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1" r:id="rId5"/>
    <p:sldMasterId id="2147483674" r:id="rId6"/>
    <p:sldMasterId id="2147483687" r:id="rId7"/>
  </p:sldMasterIdLst>
  <p:sldIdLst>
    <p:sldId id="256" r:id="rId8"/>
    <p:sldId id="257" r:id="rId9"/>
    <p:sldId id="258" r:id="rId10"/>
    <p:sldId id="260" r:id="rId11"/>
    <p:sldId id="259" r:id="rId12"/>
    <p:sldId id="261" r:id="rId13"/>
    <p:sldId id="262" r:id="rId14"/>
    <p:sldId id="263" r:id="rId15"/>
    <p:sldId id="264" r:id="rId16"/>
    <p:sldId id="265" r:id="rId17"/>
    <p:sldId id="266" r:id="rId18"/>
    <p:sldId id="267"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71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ნათია ბერეკაშვილი" userId="S::n.berekashvili.doit@itstep.ge::d5b32891-239c-445e-876e-fc231904d952" providerId="AD" clId="Web-{EB8E90EF-6E64-4D05-B895-A6EE31B559E0}"/>
    <pc:docChg chg="sldOrd">
      <pc:chgData name="ნათია ბერეკაშვილი" userId="S::n.berekashvili.doit@itstep.ge::d5b32891-239c-445e-876e-fc231904d952" providerId="AD" clId="Web-{EB8E90EF-6E64-4D05-B895-A6EE31B559E0}" dt="2023-12-10T21:48:46.292" v="0"/>
      <pc:docMkLst>
        <pc:docMk/>
      </pc:docMkLst>
      <pc:sldChg chg="ord">
        <pc:chgData name="ნათია ბერეკაშვილი" userId="S::n.berekashvili.doit@itstep.ge::d5b32891-239c-445e-876e-fc231904d952" providerId="AD" clId="Web-{EB8E90EF-6E64-4D05-B895-A6EE31B559E0}" dt="2023-12-10T21:48:46.292" v="0"/>
        <pc:sldMkLst>
          <pc:docMk/>
          <pc:sldMk cId="0" sldId="25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5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55"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5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5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62"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3"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4"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66"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8"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70"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1"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2"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74"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5"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77"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9"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0"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82"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3"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4"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5"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6"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7"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2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2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2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2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3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3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3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3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3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4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4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4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4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4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4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4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5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5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73"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74"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7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78"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7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1"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8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8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8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8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88"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89"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91"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92"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93"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95"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96"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9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99"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1"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03"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4"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5"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6"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7"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08"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28"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29"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3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33"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34"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6" name="PlaceHolder 1"/>
          <p:cNvSpPr>
            <a:spLocks noGrp="1"/>
          </p:cNvSpPr>
          <p:nvPr>
            <p:ph type="subTitle"/>
          </p:nvPr>
        </p:nvSpPr>
        <p:spPr>
          <a:xfrm>
            <a:off x="457200" y="205200"/>
            <a:ext cx="8229240" cy="39812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38"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39"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40"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42"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43"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44" name="PlaceHolder 4"/>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46"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47"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48" name="PlaceHolder 4"/>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50" name="PlaceHolder 2"/>
          <p:cNvSpPr>
            <a:spLocks noGrp="1"/>
          </p:cNvSpPr>
          <p:nvPr>
            <p:ph/>
          </p:nvPr>
        </p:nvSpPr>
        <p:spPr>
          <a:xfrm>
            <a:off x="457200" y="120348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51" name="PlaceHolder 3"/>
          <p:cNvSpPr>
            <a:spLocks noGrp="1"/>
          </p:cNvSpPr>
          <p:nvPr>
            <p:ph/>
          </p:nvPr>
        </p:nvSpPr>
        <p:spPr>
          <a:xfrm>
            <a:off x="457200" y="2761920"/>
            <a:ext cx="822924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53" name="PlaceHolder 2"/>
          <p:cNvSpPr>
            <a:spLocks noGrp="1"/>
          </p:cNvSpPr>
          <p:nvPr>
            <p:ph/>
          </p:nvPr>
        </p:nvSpPr>
        <p:spPr>
          <a:xfrm>
            <a:off x="45720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54" name="PlaceHolder 3"/>
          <p:cNvSpPr>
            <a:spLocks noGrp="1"/>
          </p:cNvSpPr>
          <p:nvPr>
            <p:ph/>
          </p:nvPr>
        </p:nvSpPr>
        <p:spPr>
          <a:xfrm>
            <a:off x="4674240" y="120348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55" name="PlaceHolder 4"/>
          <p:cNvSpPr>
            <a:spLocks noGrp="1"/>
          </p:cNvSpPr>
          <p:nvPr>
            <p:ph/>
          </p:nvPr>
        </p:nvSpPr>
        <p:spPr>
          <a:xfrm>
            <a:off x="45720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56" name="PlaceHolder 5"/>
          <p:cNvSpPr>
            <a:spLocks noGrp="1"/>
          </p:cNvSpPr>
          <p:nvPr>
            <p:ph/>
          </p:nvPr>
        </p:nvSpPr>
        <p:spPr>
          <a:xfrm>
            <a:off x="4674240" y="2761920"/>
            <a:ext cx="40158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7"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58" name="PlaceHolder 2"/>
          <p:cNvSpPr>
            <a:spLocks noGrp="1"/>
          </p:cNvSpPr>
          <p:nvPr>
            <p:ph/>
          </p:nvPr>
        </p:nvSpPr>
        <p:spPr>
          <a:xfrm>
            <a:off x="45720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59" name="PlaceHolder 3"/>
          <p:cNvSpPr>
            <a:spLocks noGrp="1"/>
          </p:cNvSpPr>
          <p:nvPr>
            <p:ph/>
          </p:nvPr>
        </p:nvSpPr>
        <p:spPr>
          <a:xfrm>
            <a:off x="323964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60" name="PlaceHolder 4"/>
          <p:cNvSpPr>
            <a:spLocks noGrp="1"/>
          </p:cNvSpPr>
          <p:nvPr>
            <p:ph/>
          </p:nvPr>
        </p:nvSpPr>
        <p:spPr>
          <a:xfrm>
            <a:off x="6022080" y="120348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61" name="PlaceHolder 5"/>
          <p:cNvSpPr>
            <a:spLocks noGrp="1"/>
          </p:cNvSpPr>
          <p:nvPr>
            <p:ph/>
          </p:nvPr>
        </p:nvSpPr>
        <p:spPr>
          <a:xfrm>
            <a:off x="45720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62" name="PlaceHolder 6"/>
          <p:cNvSpPr>
            <a:spLocks noGrp="1"/>
          </p:cNvSpPr>
          <p:nvPr>
            <p:ph/>
          </p:nvPr>
        </p:nvSpPr>
        <p:spPr>
          <a:xfrm>
            <a:off x="323964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63" name="PlaceHolder 7"/>
          <p:cNvSpPr>
            <a:spLocks noGrp="1"/>
          </p:cNvSpPr>
          <p:nvPr>
            <p:ph/>
          </p:nvPr>
        </p:nvSpPr>
        <p:spPr>
          <a:xfrm>
            <a:off x="6022080" y="2761920"/>
            <a:ext cx="2649600" cy="142272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52" name="Google Shape;9;p2"/>
          <p:cNvSpPr/>
          <p:nvPr/>
        </p:nvSpPr>
        <p:spPr>
          <a:xfrm>
            <a:off x="219600" y="181080"/>
            <a:ext cx="8704800" cy="4780800"/>
          </a:xfrm>
          <a:prstGeom prst="roundRect">
            <a:avLst>
              <a:gd name="adj" fmla="val 5732"/>
            </a:avLst>
          </a:prstGeom>
          <a:gradFill rotWithShape="0">
            <a:gsLst>
              <a:gs pos="0">
                <a:srgbClr val="0F0F0F"/>
              </a:gs>
              <a:gs pos="100000">
                <a:srgbClr val="2E2E2E"/>
              </a:gs>
            </a:gsLst>
            <a:lin ang="8100000"/>
          </a:gradFill>
          <a:ln w="0">
            <a:noFill/>
          </a:ln>
        </p:spPr>
        <p:style>
          <a:lnRef idx="0">
            <a:scrgbClr r="0" g="0" b="0"/>
          </a:lnRef>
          <a:fillRef idx="0">
            <a:scrgbClr r="0" g="0" b="0"/>
          </a:fillRef>
          <a:effectRef idx="0">
            <a:scrgbClr r="0" g="0" b="0"/>
          </a:effectRef>
          <a:fontRef idx="minor"/>
        </p:style>
      </p:sp>
      <p:grpSp>
        <p:nvGrpSpPr>
          <p:cNvPr id="53" name="Google Shape;10;p2"/>
          <p:cNvGrpSpPr/>
          <p:nvPr/>
        </p:nvGrpSpPr>
        <p:grpSpPr>
          <a:xfrm>
            <a:off x="945360" y="3634920"/>
            <a:ext cx="2699640" cy="2633760"/>
            <a:chOff x="945360" y="3634920"/>
            <a:chExt cx="2699640" cy="2633760"/>
          </a:xfrm>
        </p:grpSpPr>
        <p:sp>
          <p:nvSpPr>
            <p:cNvPr id="2" name="Google Shape;11;p2"/>
            <p:cNvSpPr/>
            <p:nvPr/>
          </p:nvSpPr>
          <p:spPr>
            <a:xfrm flipV="1">
              <a:off x="945360" y="5213520"/>
              <a:ext cx="78120" cy="887760"/>
            </a:xfrm>
            <a:custGeom>
              <a:avLst/>
              <a:gdLst/>
              <a:ahLst/>
              <a:cxnLst/>
              <a:rect l="l" t="t" r="r" b="b"/>
              <a:pathLst>
                <a:path w="3138" h="35527">
                  <a:moveTo>
                    <a:pt x="1429" y="32996"/>
                  </a:moveTo>
                  <a:cubicBezTo>
                    <a:pt x="912" y="33169"/>
                    <a:pt x="534" y="33653"/>
                    <a:pt x="534" y="34228"/>
                  </a:cubicBezTo>
                  <a:cubicBezTo>
                    <a:pt x="534" y="34943"/>
                    <a:pt x="1117" y="35526"/>
                    <a:pt x="1840" y="35526"/>
                  </a:cubicBezTo>
                  <a:cubicBezTo>
                    <a:pt x="2555" y="35526"/>
                    <a:pt x="3138" y="34943"/>
                    <a:pt x="3138" y="34228"/>
                  </a:cubicBezTo>
                  <a:cubicBezTo>
                    <a:pt x="3138" y="33653"/>
                    <a:pt x="2768" y="33169"/>
                    <a:pt x="2243" y="32996"/>
                  </a:cubicBezTo>
                  <a:lnTo>
                    <a:pt x="2243" y="0"/>
                  </a:lnTo>
                  <a:lnTo>
                    <a:pt x="0" y="0"/>
                  </a:lnTo>
                  <a:lnTo>
                    <a:pt x="0" y="822"/>
                  </a:lnTo>
                  <a:lnTo>
                    <a:pt x="1429" y="822"/>
                  </a:ln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 name="Google Shape;12;p2"/>
            <p:cNvSpPr/>
            <p:nvPr/>
          </p:nvSpPr>
          <p:spPr>
            <a:xfrm flipV="1">
              <a:off x="2651400" y="4444920"/>
              <a:ext cx="245160" cy="1823760"/>
            </a:xfrm>
            <a:custGeom>
              <a:avLst/>
              <a:gdLst/>
              <a:ahLst/>
              <a:cxnLst/>
              <a:rect l="l" t="t" r="r" b="b"/>
              <a:pathLst>
                <a:path w="9825" h="72958">
                  <a:moveTo>
                    <a:pt x="822" y="0"/>
                  </a:moveTo>
                  <a:lnTo>
                    <a:pt x="1" y="0"/>
                  </a:lnTo>
                  <a:lnTo>
                    <a:pt x="1" y="13118"/>
                  </a:lnTo>
                  <a:lnTo>
                    <a:pt x="9003" y="22121"/>
                  </a:lnTo>
                  <a:lnTo>
                    <a:pt x="9003" y="49055"/>
                  </a:lnTo>
                  <a:lnTo>
                    <a:pt x="1627" y="56431"/>
                  </a:lnTo>
                  <a:lnTo>
                    <a:pt x="1627" y="70403"/>
                  </a:lnTo>
                  <a:cubicBezTo>
                    <a:pt x="1085" y="70559"/>
                    <a:pt x="682" y="71052"/>
                    <a:pt x="682" y="71652"/>
                  </a:cubicBezTo>
                  <a:cubicBezTo>
                    <a:pt x="682" y="72366"/>
                    <a:pt x="1266" y="72958"/>
                    <a:pt x="1988" y="72958"/>
                  </a:cubicBezTo>
                  <a:cubicBezTo>
                    <a:pt x="2711" y="72958"/>
                    <a:pt x="3294" y="72366"/>
                    <a:pt x="3294" y="71652"/>
                  </a:cubicBezTo>
                  <a:cubicBezTo>
                    <a:pt x="3294" y="71093"/>
                    <a:pt x="2941" y="70617"/>
                    <a:pt x="2440" y="70436"/>
                  </a:cubicBezTo>
                  <a:lnTo>
                    <a:pt x="2440" y="56768"/>
                  </a:lnTo>
                  <a:lnTo>
                    <a:pt x="9825" y="49392"/>
                  </a:lnTo>
                  <a:lnTo>
                    <a:pt x="9825" y="21784"/>
                  </a:lnTo>
                  <a:lnTo>
                    <a:pt x="822" y="12781"/>
                  </a:lnTo>
                  <a:lnTo>
                    <a:pt x="822" y="0"/>
                  </a:ln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 name="Google Shape;13;p2"/>
            <p:cNvSpPr/>
            <p:nvPr/>
          </p:nvSpPr>
          <p:spPr>
            <a:xfrm flipV="1">
              <a:off x="3208680" y="4235040"/>
              <a:ext cx="263880" cy="2033280"/>
            </a:xfrm>
            <a:custGeom>
              <a:avLst/>
              <a:gdLst/>
              <a:ahLst/>
              <a:cxnLst/>
              <a:rect l="l" t="t" r="r" b="b"/>
              <a:pathLst>
                <a:path w="10573" h="81345">
                  <a:moveTo>
                    <a:pt x="9751" y="23591"/>
                  </a:moveTo>
                  <a:lnTo>
                    <a:pt x="896" y="23591"/>
                  </a:lnTo>
                  <a:lnTo>
                    <a:pt x="896" y="78806"/>
                  </a:lnTo>
                  <a:cubicBezTo>
                    <a:pt x="370" y="78979"/>
                    <a:pt x="1" y="79463"/>
                    <a:pt x="1" y="80038"/>
                  </a:cubicBezTo>
                  <a:cubicBezTo>
                    <a:pt x="1" y="80753"/>
                    <a:pt x="584" y="81344"/>
                    <a:pt x="1298" y="81344"/>
                  </a:cubicBezTo>
                  <a:cubicBezTo>
                    <a:pt x="2021" y="81344"/>
                    <a:pt x="2605" y="80753"/>
                    <a:pt x="2605" y="80038"/>
                  </a:cubicBezTo>
                  <a:cubicBezTo>
                    <a:pt x="2605" y="79463"/>
                    <a:pt x="2227" y="78979"/>
                    <a:pt x="1709" y="78806"/>
                  </a:cubicBezTo>
                  <a:lnTo>
                    <a:pt x="1709" y="24404"/>
                  </a:lnTo>
                  <a:lnTo>
                    <a:pt x="10572" y="24404"/>
                  </a:lnTo>
                  <a:lnTo>
                    <a:pt x="10572" y="0"/>
                  </a:lnTo>
                  <a:lnTo>
                    <a:pt x="9751" y="0"/>
                  </a:ln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5" name="Google Shape;14;p2"/>
            <p:cNvSpPr/>
            <p:nvPr/>
          </p:nvSpPr>
          <p:spPr>
            <a:xfrm flipV="1">
              <a:off x="945360" y="3634560"/>
              <a:ext cx="136080" cy="1191240"/>
            </a:xfrm>
            <a:custGeom>
              <a:avLst/>
              <a:gdLst/>
              <a:ahLst/>
              <a:cxnLst/>
              <a:rect l="l" t="t" r="r" b="b"/>
              <a:pathLst>
                <a:path w="5463" h="47667">
                  <a:moveTo>
                    <a:pt x="4567" y="45129"/>
                  </a:moveTo>
                  <a:lnTo>
                    <a:pt x="4567" y="0"/>
                  </a:lnTo>
                  <a:lnTo>
                    <a:pt x="0" y="0"/>
                  </a:lnTo>
                  <a:lnTo>
                    <a:pt x="0" y="822"/>
                  </a:lnTo>
                  <a:lnTo>
                    <a:pt x="3746" y="822"/>
                  </a:lnTo>
                  <a:lnTo>
                    <a:pt x="3746" y="45129"/>
                  </a:lnTo>
                  <a:cubicBezTo>
                    <a:pt x="3228" y="45301"/>
                    <a:pt x="2850" y="45786"/>
                    <a:pt x="2850" y="46361"/>
                  </a:cubicBezTo>
                  <a:cubicBezTo>
                    <a:pt x="2850" y="47084"/>
                    <a:pt x="3434" y="47667"/>
                    <a:pt x="4157" y="47667"/>
                  </a:cubicBezTo>
                  <a:cubicBezTo>
                    <a:pt x="4879" y="47667"/>
                    <a:pt x="5463" y="47084"/>
                    <a:pt x="5463" y="46361"/>
                  </a:cubicBezTo>
                  <a:cubicBezTo>
                    <a:pt x="5463" y="45786"/>
                    <a:pt x="5085" y="45301"/>
                    <a:pt x="4567" y="45129"/>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6" name="Google Shape;15;p2"/>
            <p:cNvSpPr/>
            <p:nvPr/>
          </p:nvSpPr>
          <p:spPr>
            <a:xfrm flipV="1">
              <a:off x="945360" y="4142520"/>
              <a:ext cx="210240" cy="778680"/>
            </a:xfrm>
            <a:custGeom>
              <a:avLst/>
              <a:gdLst/>
              <a:ahLst/>
              <a:cxnLst/>
              <a:rect l="l" t="t" r="r" b="b"/>
              <a:pathLst>
                <a:path w="8428" h="31165">
                  <a:moveTo>
                    <a:pt x="7532" y="28626"/>
                  </a:moveTo>
                  <a:lnTo>
                    <a:pt x="7532" y="0"/>
                  </a:lnTo>
                  <a:lnTo>
                    <a:pt x="0" y="0"/>
                  </a:lnTo>
                  <a:lnTo>
                    <a:pt x="0" y="813"/>
                  </a:lnTo>
                  <a:lnTo>
                    <a:pt x="6711" y="813"/>
                  </a:lnTo>
                  <a:lnTo>
                    <a:pt x="6711" y="28626"/>
                  </a:lnTo>
                  <a:cubicBezTo>
                    <a:pt x="6194" y="28799"/>
                    <a:pt x="5816" y="29283"/>
                    <a:pt x="5816" y="29858"/>
                  </a:cubicBezTo>
                  <a:cubicBezTo>
                    <a:pt x="5816" y="30581"/>
                    <a:pt x="6399" y="31164"/>
                    <a:pt x="7122" y="31164"/>
                  </a:cubicBezTo>
                  <a:cubicBezTo>
                    <a:pt x="7845" y="31164"/>
                    <a:pt x="8428" y="30581"/>
                    <a:pt x="8428" y="29858"/>
                  </a:cubicBezTo>
                  <a:cubicBezTo>
                    <a:pt x="8428" y="29283"/>
                    <a:pt x="8050" y="28799"/>
                    <a:pt x="7532" y="28626"/>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7" name="Google Shape;16;p2"/>
            <p:cNvSpPr/>
            <p:nvPr/>
          </p:nvSpPr>
          <p:spPr>
            <a:xfrm flipV="1">
              <a:off x="945360" y="3907800"/>
              <a:ext cx="293040" cy="1116000"/>
            </a:xfrm>
            <a:custGeom>
              <a:avLst/>
              <a:gdLst/>
              <a:ahLst/>
              <a:cxnLst/>
              <a:rect l="l" t="t" r="r" b="b"/>
              <a:pathLst>
                <a:path w="11730" h="44661">
                  <a:moveTo>
                    <a:pt x="10835" y="42122"/>
                  </a:moveTo>
                  <a:lnTo>
                    <a:pt x="10835" y="0"/>
                  </a:lnTo>
                  <a:lnTo>
                    <a:pt x="0" y="0"/>
                  </a:lnTo>
                  <a:lnTo>
                    <a:pt x="0" y="814"/>
                  </a:lnTo>
                  <a:lnTo>
                    <a:pt x="10021" y="814"/>
                  </a:lnTo>
                  <a:lnTo>
                    <a:pt x="10021" y="42122"/>
                  </a:lnTo>
                  <a:cubicBezTo>
                    <a:pt x="9496" y="42295"/>
                    <a:pt x="9126" y="42780"/>
                    <a:pt x="9126" y="43355"/>
                  </a:cubicBezTo>
                  <a:cubicBezTo>
                    <a:pt x="9126" y="44077"/>
                    <a:pt x="9709" y="44661"/>
                    <a:pt x="10424" y="44661"/>
                  </a:cubicBezTo>
                  <a:cubicBezTo>
                    <a:pt x="11147" y="44661"/>
                    <a:pt x="11730" y="44077"/>
                    <a:pt x="11730" y="43355"/>
                  </a:cubicBezTo>
                  <a:cubicBezTo>
                    <a:pt x="11730" y="42780"/>
                    <a:pt x="11352" y="42295"/>
                    <a:pt x="10835" y="42122"/>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8" name="Google Shape;17;p2"/>
            <p:cNvSpPr/>
            <p:nvPr/>
          </p:nvSpPr>
          <p:spPr>
            <a:xfrm flipV="1">
              <a:off x="945360" y="4278600"/>
              <a:ext cx="388440" cy="833400"/>
            </a:xfrm>
            <a:custGeom>
              <a:avLst/>
              <a:gdLst/>
              <a:ahLst/>
              <a:cxnLst/>
              <a:rect l="l" t="t" r="r" b="b"/>
              <a:pathLst>
                <a:path w="15550" h="33351">
                  <a:moveTo>
                    <a:pt x="14654" y="30812"/>
                  </a:moveTo>
                  <a:lnTo>
                    <a:pt x="14654" y="1"/>
                  </a:lnTo>
                  <a:lnTo>
                    <a:pt x="0" y="1"/>
                  </a:lnTo>
                  <a:lnTo>
                    <a:pt x="0" y="822"/>
                  </a:lnTo>
                  <a:lnTo>
                    <a:pt x="13833" y="822"/>
                  </a:lnTo>
                  <a:lnTo>
                    <a:pt x="13833" y="30812"/>
                  </a:lnTo>
                  <a:cubicBezTo>
                    <a:pt x="13315" y="30985"/>
                    <a:pt x="12946" y="31469"/>
                    <a:pt x="12946" y="32044"/>
                  </a:cubicBezTo>
                  <a:cubicBezTo>
                    <a:pt x="12946" y="32767"/>
                    <a:pt x="13529" y="33350"/>
                    <a:pt x="14243" y="33350"/>
                  </a:cubicBezTo>
                  <a:cubicBezTo>
                    <a:pt x="14966" y="33350"/>
                    <a:pt x="15549" y="32767"/>
                    <a:pt x="15549" y="32044"/>
                  </a:cubicBezTo>
                  <a:cubicBezTo>
                    <a:pt x="15549" y="31469"/>
                    <a:pt x="15172" y="30985"/>
                    <a:pt x="14654" y="30812"/>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 name="Google Shape;18;p2"/>
            <p:cNvSpPr/>
            <p:nvPr/>
          </p:nvSpPr>
          <p:spPr>
            <a:xfrm flipV="1">
              <a:off x="945360" y="4074840"/>
              <a:ext cx="486720" cy="2112480"/>
            </a:xfrm>
            <a:custGeom>
              <a:avLst/>
              <a:gdLst/>
              <a:ahLst/>
              <a:cxnLst/>
              <a:rect l="l" t="t" r="r" b="b"/>
              <a:pathLst>
                <a:path w="19484" h="84508">
                  <a:moveTo>
                    <a:pt x="18589" y="81969"/>
                  </a:moveTo>
                  <a:lnTo>
                    <a:pt x="18589" y="39724"/>
                  </a:lnTo>
                  <a:lnTo>
                    <a:pt x="5191" y="39724"/>
                  </a:lnTo>
                  <a:lnTo>
                    <a:pt x="5191" y="1"/>
                  </a:lnTo>
                  <a:lnTo>
                    <a:pt x="0" y="1"/>
                  </a:lnTo>
                  <a:lnTo>
                    <a:pt x="0" y="814"/>
                  </a:lnTo>
                  <a:lnTo>
                    <a:pt x="4370" y="814"/>
                  </a:lnTo>
                  <a:lnTo>
                    <a:pt x="4370" y="40546"/>
                  </a:lnTo>
                  <a:lnTo>
                    <a:pt x="17767" y="40546"/>
                  </a:lnTo>
                  <a:lnTo>
                    <a:pt x="17767" y="81969"/>
                  </a:lnTo>
                  <a:cubicBezTo>
                    <a:pt x="17250" y="82142"/>
                    <a:pt x="16872" y="82626"/>
                    <a:pt x="16872" y="83201"/>
                  </a:cubicBezTo>
                  <a:cubicBezTo>
                    <a:pt x="16872" y="83924"/>
                    <a:pt x="17463" y="84507"/>
                    <a:pt x="18178" y="84507"/>
                  </a:cubicBezTo>
                  <a:cubicBezTo>
                    <a:pt x="18901" y="84507"/>
                    <a:pt x="19484" y="83924"/>
                    <a:pt x="19484" y="83201"/>
                  </a:cubicBezTo>
                  <a:cubicBezTo>
                    <a:pt x="19484" y="82626"/>
                    <a:pt x="19106" y="82142"/>
                    <a:pt x="18589" y="81969"/>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 name="Google Shape;19;p2"/>
            <p:cNvSpPr/>
            <p:nvPr/>
          </p:nvSpPr>
          <p:spPr>
            <a:xfrm flipV="1">
              <a:off x="1146240" y="3862080"/>
              <a:ext cx="410400" cy="2406240"/>
            </a:xfrm>
            <a:custGeom>
              <a:avLst/>
              <a:gdLst/>
              <a:ahLst/>
              <a:cxnLst/>
              <a:rect l="l" t="t" r="r" b="b"/>
              <a:pathLst>
                <a:path w="16429" h="96270">
                  <a:moveTo>
                    <a:pt x="15533" y="93731"/>
                  </a:moveTo>
                  <a:lnTo>
                    <a:pt x="15533" y="38730"/>
                  </a:lnTo>
                  <a:lnTo>
                    <a:pt x="822" y="38730"/>
                  </a:lnTo>
                  <a:lnTo>
                    <a:pt x="822" y="0"/>
                  </a:lnTo>
                  <a:lnTo>
                    <a:pt x="0" y="0"/>
                  </a:lnTo>
                  <a:lnTo>
                    <a:pt x="0" y="39543"/>
                  </a:lnTo>
                  <a:lnTo>
                    <a:pt x="14720" y="39543"/>
                  </a:lnTo>
                  <a:lnTo>
                    <a:pt x="14720" y="93731"/>
                  </a:lnTo>
                  <a:cubicBezTo>
                    <a:pt x="14202" y="93904"/>
                    <a:pt x="13825" y="94388"/>
                    <a:pt x="13825" y="94963"/>
                  </a:cubicBezTo>
                  <a:cubicBezTo>
                    <a:pt x="13825" y="95686"/>
                    <a:pt x="14408" y="96270"/>
                    <a:pt x="15131" y="96270"/>
                  </a:cubicBezTo>
                  <a:cubicBezTo>
                    <a:pt x="15845" y="96270"/>
                    <a:pt x="16429" y="95686"/>
                    <a:pt x="16429" y="94963"/>
                  </a:cubicBezTo>
                  <a:cubicBezTo>
                    <a:pt x="16429" y="94388"/>
                    <a:pt x="16051" y="93904"/>
                    <a:pt x="15533" y="93731"/>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 name="Google Shape;20;p2"/>
            <p:cNvSpPr/>
            <p:nvPr/>
          </p:nvSpPr>
          <p:spPr>
            <a:xfrm flipV="1">
              <a:off x="1233360" y="4444920"/>
              <a:ext cx="420840" cy="1823760"/>
            </a:xfrm>
            <a:custGeom>
              <a:avLst/>
              <a:gdLst/>
              <a:ahLst/>
              <a:cxnLst/>
              <a:rect l="l" t="t" r="r" b="b"/>
              <a:pathLst>
                <a:path w="16848" h="72958">
                  <a:moveTo>
                    <a:pt x="15952" y="70420"/>
                  </a:moveTo>
                  <a:lnTo>
                    <a:pt x="15952" y="33924"/>
                  </a:lnTo>
                  <a:lnTo>
                    <a:pt x="822" y="33924"/>
                  </a:lnTo>
                  <a:lnTo>
                    <a:pt x="822" y="0"/>
                  </a:lnTo>
                  <a:lnTo>
                    <a:pt x="0" y="0"/>
                  </a:lnTo>
                  <a:lnTo>
                    <a:pt x="0" y="34738"/>
                  </a:lnTo>
                  <a:lnTo>
                    <a:pt x="15139" y="34738"/>
                  </a:lnTo>
                  <a:lnTo>
                    <a:pt x="15139" y="70420"/>
                  </a:lnTo>
                  <a:cubicBezTo>
                    <a:pt x="14621" y="70592"/>
                    <a:pt x="14244" y="71077"/>
                    <a:pt x="14244" y="71652"/>
                  </a:cubicBezTo>
                  <a:cubicBezTo>
                    <a:pt x="14244" y="72375"/>
                    <a:pt x="14827" y="72958"/>
                    <a:pt x="15550" y="72958"/>
                  </a:cubicBezTo>
                  <a:cubicBezTo>
                    <a:pt x="16264" y="72958"/>
                    <a:pt x="16847" y="72375"/>
                    <a:pt x="16847" y="71652"/>
                  </a:cubicBezTo>
                  <a:cubicBezTo>
                    <a:pt x="16847" y="71077"/>
                    <a:pt x="16470" y="70592"/>
                    <a:pt x="15952" y="70420"/>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2" name="Google Shape;21;p2"/>
            <p:cNvSpPr/>
            <p:nvPr/>
          </p:nvSpPr>
          <p:spPr>
            <a:xfrm flipV="1">
              <a:off x="1533240" y="5707080"/>
              <a:ext cx="264240" cy="560520"/>
            </a:xfrm>
            <a:custGeom>
              <a:avLst/>
              <a:gdLst/>
              <a:ahLst/>
              <a:cxnLst/>
              <a:rect l="l" t="t" r="r" b="b"/>
              <a:pathLst>
                <a:path w="10580" h="22442">
                  <a:moveTo>
                    <a:pt x="9274" y="22441"/>
                  </a:moveTo>
                  <a:cubicBezTo>
                    <a:pt x="9997" y="22441"/>
                    <a:pt x="10580" y="21850"/>
                    <a:pt x="10580" y="21135"/>
                  </a:cubicBezTo>
                  <a:cubicBezTo>
                    <a:pt x="10580" y="20412"/>
                    <a:pt x="9997" y="19829"/>
                    <a:pt x="9274" y="19829"/>
                  </a:cubicBezTo>
                  <a:cubicBezTo>
                    <a:pt x="8600" y="19829"/>
                    <a:pt x="8050" y="20338"/>
                    <a:pt x="7984" y="20995"/>
                  </a:cubicBezTo>
                  <a:lnTo>
                    <a:pt x="822" y="20995"/>
                  </a:lnTo>
                  <a:lnTo>
                    <a:pt x="822" y="0"/>
                  </a:lnTo>
                  <a:lnTo>
                    <a:pt x="0" y="0"/>
                  </a:lnTo>
                  <a:lnTo>
                    <a:pt x="0" y="21817"/>
                  </a:lnTo>
                  <a:lnTo>
                    <a:pt x="8165" y="21817"/>
                  </a:lnTo>
                  <a:cubicBezTo>
                    <a:pt x="8395" y="22187"/>
                    <a:pt x="8806" y="22433"/>
                    <a:pt x="9274" y="22441"/>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3" name="Google Shape;22;p2"/>
            <p:cNvSpPr/>
            <p:nvPr/>
          </p:nvSpPr>
          <p:spPr>
            <a:xfrm flipV="1">
              <a:off x="2250720" y="5768280"/>
              <a:ext cx="64800" cy="499320"/>
            </a:xfrm>
            <a:custGeom>
              <a:avLst/>
              <a:gdLst/>
              <a:ahLst/>
              <a:cxnLst/>
              <a:rect l="l" t="t" r="r" b="b"/>
              <a:pathLst>
                <a:path w="2613" h="19986">
                  <a:moveTo>
                    <a:pt x="1718" y="17447"/>
                  </a:moveTo>
                  <a:lnTo>
                    <a:pt x="1718" y="0"/>
                  </a:lnTo>
                  <a:lnTo>
                    <a:pt x="896" y="0"/>
                  </a:lnTo>
                  <a:lnTo>
                    <a:pt x="896" y="17447"/>
                  </a:lnTo>
                  <a:cubicBezTo>
                    <a:pt x="379" y="17619"/>
                    <a:pt x="1" y="18104"/>
                    <a:pt x="1" y="18679"/>
                  </a:cubicBezTo>
                  <a:cubicBezTo>
                    <a:pt x="1" y="19402"/>
                    <a:pt x="584" y="19985"/>
                    <a:pt x="1307" y="19985"/>
                  </a:cubicBezTo>
                  <a:cubicBezTo>
                    <a:pt x="2030" y="19985"/>
                    <a:pt x="2613" y="19402"/>
                    <a:pt x="2613" y="18679"/>
                  </a:cubicBezTo>
                  <a:cubicBezTo>
                    <a:pt x="2613" y="18104"/>
                    <a:pt x="2235" y="17619"/>
                    <a:pt x="1718" y="17447"/>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4" name="Google Shape;23;p2"/>
            <p:cNvSpPr/>
            <p:nvPr/>
          </p:nvSpPr>
          <p:spPr>
            <a:xfrm flipV="1">
              <a:off x="2775600" y="6041160"/>
              <a:ext cx="370080" cy="226440"/>
            </a:xfrm>
            <a:custGeom>
              <a:avLst/>
              <a:gdLst/>
              <a:ahLst/>
              <a:cxnLst/>
              <a:rect l="l" t="t" r="r" b="b"/>
              <a:pathLst>
                <a:path w="14811" h="9077">
                  <a:moveTo>
                    <a:pt x="1306" y="9077"/>
                  </a:moveTo>
                  <a:cubicBezTo>
                    <a:pt x="1881" y="9077"/>
                    <a:pt x="2366" y="8699"/>
                    <a:pt x="2538" y="8181"/>
                  </a:cubicBezTo>
                  <a:lnTo>
                    <a:pt x="14810" y="8181"/>
                  </a:lnTo>
                  <a:lnTo>
                    <a:pt x="14810" y="0"/>
                  </a:lnTo>
                  <a:lnTo>
                    <a:pt x="13989" y="0"/>
                  </a:lnTo>
                  <a:lnTo>
                    <a:pt x="13989" y="7360"/>
                  </a:lnTo>
                  <a:lnTo>
                    <a:pt x="2538" y="7360"/>
                  </a:lnTo>
                  <a:cubicBezTo>
                    <a:pt x="2366" y="6843"/>
                    <a:pt x="1881" y="6465"/>
                    <a:pt x="1306" y="6465"/>
                  </a:cubicBezTo>
                  <a:cubicBezTo>
                    <a:pt x="592" y="6465"/>
                    <a:pt x="0" y="7048"/>
                    <a:pt x="0" y="7771"/>
                  </a:cubicBezTo>
                  <a:cubicBezTo>
                    <a:pt x="0" y="8494"/>
                    <a:pt x="583" y="9077"/>
                    <a:pt x="1306" y="9077"/>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5" name="Google Shape;24;p2"/>
            <p:cNvSpPr/>
            <p:nvPr/>
          </p:nvSpPr>
          <p:spPr>
            <a:xfrm flipV="1">
              <a:off x="2775600" y="6144120"/>
              <a:ext cx="298080" cy="123480"/>
            </a:xfrm>
            <a:custGeom>
              <a:avLst/>
              <a:gdLst/>
              <a:ahLst/>
              <a:cxnLst/>
              <a:rect l="l" t="t" r="r" b="b"/>
              <a:pathLst>
                <a:path w="11944" h="4954">
                  <a:moveTo>
                    <a:pt x="1306" y="4953"/>
                  </a:moveTo>
                  <a:cubicBezTo>
                    <a:pt x="1881" y="4953"/>
                    <a:pt x="2366" y="4584"/>
                    <a:pt x="2538" y="4058"/>
                  </a:cubicBezTo>
                  <a:lnTo>
                    <a:pt x="11943" y="4058"/>
                  </a:lnTo>
                  <a:lnTo>
                    <a:pt x="11943" y="0"/>
                  </a:lnTo>
                  <a:lnTo>
                    <a:pt x="11122" y="0"/>
                  </a:lnTo>
                  <a:lnTo>
                    <a:pt x="11122" y="3245"/>
                  </a:lnTo>
                  <a:lnTo>
                    <a:pt x="2538" y="3245"/>
                  </a:lnTo>
                  <a:cubicBezTo>
                    <a:pt x="2366" y="2727"/>
                    <a:pt x="1881" y="2349"/>
                    <a:pt x="1306" y="2349"/>
                  </a:cubicBezTo>
                  <a:cubicBezTo>
                    <a:pt x="592" y="2349"/>
                    <a:pt x="0" y="2933"/>
                    <a:pt x="0" y="3655"/>
                  </a:cubicBezTo>
                  <a:cubicBezTo>
                    <a:pt x="0" y="4370"/>
                    <a:pt x="583" y="4953"/>
                    <a:pt x="1306" y="4953"/>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6" name="Google Shape;25;p2"/>
            <p:cNvSpPr/>
            <p:nvPr/>
          </p:nvSpPr>
          <p:spPr>
            <a:xfrm flipV="1">
              <a:off x="1612440" y="6144120"/>
              <a:ext cx="333000" cy="123480"/>
            </a:xfrm>
            <a:custGeom>
              <a:avLst/>
              <a:gdLst/>
              <a:ahLst/>
              <a:cxnLst/>
              <a:rect l="l" t="t" r="r" b="b"/>
              <a:pathLst>
                <a:path w="13341" h="4954">
                  <a:moveTo>
                    <a:pt x="1307" y="4953"/>
                  </a:moveTo>
                  <a:cubicBezTo>
                    <a:pt x="1882" y="4953"/>
                    <a:pt x="2366" y="4584"/>
                    <a:pt x="2539" y="4058"/>
                  </a:cubicBezTo>
                  <a:lnTo>
                    <a:pt x="13340" y="4058"/>
                  </a:lnTo>
                  <a:lnTo>
                    <a:pt x="13340" y="0"/>
                  </a:lnTo>
                  <a:lnTo>
                    <a:pt x="12519" y="0"/>
                  </a:lnTo>
                  <a:lnTo>
                    <a:pt x="12519" y="3245"/>
                  </a:lnTo>
                  <a:lnTo>
                    <a:pt x="2539" y="3245"/>
                  </a:lnTo>
                  <a:cubicBezTo>
                    <a:pt x="2366" y="2727"/>
                    <a:pt x="1882" y="2349"/>
                    <a:pt x="1307" y="2349"/>
                  </a:cubicBezTo>
                  <a:cubicBezTo>
                    <a:pt x="584" y="2349"/>
                    <a:pt x="1" y="2933"/>
                    <a:pt x="1" y="3655"/>
                  </a:cubicBezTo>
                  <a:cubicBezTo>
                    <a:pt x="1" y="4370"/>
                    <a:pt x="584" y="4953"/>
                    <a:pt x="1307" y="4953"/>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7" name="Google Shape;26;p2"/>
            <p:cNvSpPr/>
            <p:nvPr/>
          </p:nvSpPr>
          <p:spPr>
            <a:xfrm flipV="1">
              <a:off x="1330200" y="4278600"/>
              <a:ext cx="421200" cy="1989000"/>
            </a:xfrm>
            <a:custGeom>
              <a:avLst/>
              <a:gdLst/>
              <a:ahLst/>
              <a:cxnLst/>
              <a:rect l="l" t="t" r="r" b="b"/>
              <a:pathLst>
                <a:path w="16864" h="79571">
                  <a:moveTo>
                    <a:pt x="15968" y="77032"/>
                  </a:moveTo>
                  <a:lnTo>
                    <a:pt x="15968" y="29628"/>
                  </a:lnTo>
                  <a:lnTo>
                    <a:pt x="822" y="29628"/>
                  </a:lnTo>
                  <a:lnTo>
                    <a:pt x="822" y="0"/>
                  </a:lnTo>
                  <a:lnTo>
                    <a:pt x="0" y="0"/>
                  </a:lnTo>
                  <a:lnTo>
                    <a:pt x="0" y="30442"/>
                  </a:lnTo>
                  <a:lnTo>
                    <a:pt x="15155" y="30442"/>
                  </a:lnTo>
                  <a:lnTo>
                    <a:pt x="15155" y="77032"/>
                  </a:lnTo>
                  <a:cubicBezTo>
                    <a:pt x="14638" y="77205"/>
                    <a:pt x="14260" y="77689"/>
                    <a:pt x="14260" y="78264"/>
                  </a:cubicBezTo>
                  <a:cubicBezTo>
                    <a:pt x="14260" y="78987"/>
                    <a:pt x="14843" y="79570"/>
                    <a:pt x="15566" y="79570"/>
                  </a:cubicBezTo>
                  <a:cubicBezTo>
                    <a:pt x="16280" y="79570"/>
                    <a:pt x="16864" y="78987"/>
                    <a:pt x="16864" y="78264"/>
                  </a:cubicBezTo>
                  <a:cubicBezTo>
                    <a:pt x="16864" y="77689"/>
                    <a:pt x="16486" y="77205"/>
                    <a:pt x="15977" y="77032"/>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8" name="Google Shape;27;p2"/>
            <p:cNvSpPr/>
            <p:nvPr/>
          </p:nvSpPr>
          <p:spPr>
            <a:xfrm flipV="1">
              <a:off x="1442880" y="4020480"/>
              <a:ext cx="425880" cy="2247840"/>
            </a:xfrm>
            <a:custGeom>
              <a:avLst/>
              <a:gdLst/>
              <a:ahLst/>
              <a:cxnLst/>
              <a:rect l="l" t="t" r="r" b="b"/>
              <a:pathLst>
                <a:path w="17054" h="89929">
                  <a:moveTo>
                    <a:pt x="16158" y="87398"/>
                  </a:moveTo>
                  <a:lnTo>
                    <a:pt x="16158" y="25226"/>
                  </a:lnTo>
                  <a:lnTo>
                    <a:pt x="822" y="25226"/>
                  </a:lnTo>
                  <a:lnTo>
                    <a:pt x="822" y="0"/>
                  </a:lnTo>
                  <a:lnTo>
                    <a:pt x="1" y="0"/>
                  </a:lnTo>
                  <a:lnTo>
                    <a:pt x="1" y="26039"/>
                  </a:lnTo>
                  <a:lnTo>
                    <a:pt x="15345" y="26039"/>
                  </a:lnTo>
                  <a:lnTo>
                    <a:pt x="15345" y="87398"/>
                  </a:lnTo>
                  <a:cubicBezTo>
                    <a:pt x="14819" y="87571"/>
                    <a:pt x="14449" y="88047"/>
                    <a:pt x="14449" y="88630"/>
                  </a:cubicBezTo>
                  <a:cubicBezTo>
                    <a:pt x="14449" y="89345"/>
                    <a:pt x="15033" y="89928"/>
                    <a:pt x="15747" y="89928"/>
                  </a:cubicBezTo>
                  <a:cubicBezTo>
                    <a:pt x="16470" y="89928"/>
                    <a:pt x="17053" y="89345"/>
                    <a:pt x="17053" y="88630"/>
                  </a:cubicBezTo>
                  <a:cubicBezTo>
                    <a:pt x="17053" y="88047"/>
                    <a:pt x="16676" y="87571"/>
                    <a:pt x="16158" y="87398"/>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9" name="Google Shape;28;p2"/>
            <p:cNvSpPr/>
            <p:nvPr/>
          </p:nvSpPr>
          <p:spPr>
            <a:xfrm flipV="1">
              <a:off x="1638360" y="4783320"/>
              <a:ext cx="389160" cy="1484280"/>
            </a:xfrm>
            <a:custGeom>
              <a:avLst/>
              <a:gdLst/>
              <a:ahLst/>
              <a:cxnLst/>
              <a:rect l="l" t="t" r="r" b="b"/>
              <a:pathLst>
                <a:path w="15583" h="59389">
                  <a:moveTo>
                    <a:pt x="14671" y="56850"/>
                  </a:moveTo>
                  <a:lnTo>
                    <a:pt x="14671" y="26022"/>
                  </a:lnTo>
                  <a:lnTo>
                    <a:pt x="822" y="12174"/>
                  </a:lnTo>
                  <a:lnTo>
                    <a:pt x="822" y="7713"/>
                  </a:lnTo>
                  <a:lnTo>
                    <a:pt x="15229" y="7713"/>
                  </a:lnTo>
                  <a:lnTo>
                    <a:pt x="15229" y="0"/>
                  </a:lnTo>
                  <a:lnTo>
                    <a:pt x="14408" y="0"/>
                  </a:lnTo>
                  <a:lnTo>
                    <a:pt x="14408" y="6892"/>
                  </a:lnTo>
                  <a:lnTo>
                    <a:pt x="1" y="6892"/>
                  </a:lnTo>
                  <a:lnTo>
                    <a:pt x="1" y="12510"/>
                  </a:lnTo>
                  <a:lnTo>
                    <a:pt x="13849" y="26359"/>
                  </a:lnTo>
                  <a:lnTo>
                    <a:pt x="13849" y="56858"/>
                  </a:lnTo>
                  <a:cubicBezTo>
                    <a:pt x="13340" y="57031"/>
                    <a:pt x="12979" y="57515"/>
                    <a:pt x="12979" y="58082"/>
                  </a:cubicBezTo>
                  <a:cubicBezTo>
                    <a:pt x="12979" y="58805"/>
                    <a:pt x="13554" y="59388"/>
                    <a:pt x="14277" y="59388"/>
                  </a:cubicBezTo>
                  <a:cubicBezTo>
                    <a:pt x="14999" y="59388"/>
                    <a:pt x="15583" y="58805"/>
                    <a:pt x="15583" y="58082"/>
                  </a:cubicBezTo>
                  <a:cubicBezTo>
                    <a:pt x="15583" y="57499"/>
                    <a:pt x="15197" y="57014"/>
                    <a:pt x="14671" y="56850"/>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0" name="Google Shape;29;p2"/>
            <p:cNvSpPr/>
            <p:nvPr/>
          </p:nvSpPr>
          <p:spPr>
            <a:xfrm flipV="1">
              <a:off x="1786320" y="4397760"/>
              <a:ext cx="382320" cy="1870560"/>
            </a:xfrm>
            <a:custGeom>
              <a:avLst/>
              <a:gdLst/>
              <a:ahLst/>
              <a:cxnLst/>
              <a:rect l="l" t="t" r="r" b="b"/>
              <a:pathLst>
                <a:path w="15304" h="74831">
                  <a:moveTo>
                    <a:pt x="14408" y="72293"/>
                  </a:moveTo>
                  <a:lnTo>
                    <a:pt x="14408" y="24971"/>
                  </a:lnTo>
                  <a:lnTo>
                    <a:pt x="1980" y="12543"/>
                  </a:lnTo>
                  <a:lnTo>
                    <a:pt x="12856" y="12543"/>
                  </a:lnTo>
                  <a:lnTo>
                    <a:pt x="12856" y="0"/>
                  </a:lnTo>
                  <a:lnTo>
                    <a:pt x="12035" y="0"/>
                  </a:lnTo>
                  <a:lnTo>
                    <a:pt x="12035" y="11730"/>
                  </a:lnTo>
                  <a:lnTo>
                    <a:pt x="1" y="11730"/>
                  </a:lnTo>
                  <a:lnTo>
                    <a:pt x="13587" y="25308"/>
                  </a:lnTo>
                  <a:lnTo>
                    <a:pt x="13587" y="72293"/>
                  </a:lnTo>
                  <a:cubicBezTo>
                    <a:pt x="13069" y="72465"/>
                    <a:pt x="12692" y="72950"/>
                    <a:pt x="12692" y="73525"/>
                  </a:cubicBezTo>
                  <a:cubicBezTo>
                    <a:pt x="12692" y="74247"/>
                    <a:pt x="13283" y="74831"/>
                    <a:pt x="13998" y="74831"/>
                  </a:cubicBezTo>
                  <a:cubicBezTo>
                    <a:pt x="14721" y="74831"/>
                    <a:pt x="15304" y="74247"/>
                    <a:pt x="15304" y="73525"/>
                  </a:cubicBezTo>
                  <a:cubicBezTo>
                    <a:pt x="15304" y="72950"/>
                    <a:pt x="14926" y="72465"/>
                    <a:pt x="14408" y="72293"/>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 name="Google Shape;30;p2"/>
            <p:cNvSpPr/>
            <p:nvPr/>
          </p:nvSpPr>
          <p:spPr>
            <a:xfrm flipV="1">
              <a:off x="2009880" y="4602600"/>
              <a:ext cx="288720" cy="1665000"/>
            </a:xfrm>
            <a:custGeom>
              <a:avLst/>
              <a:gdLst/>
              <a:ahLst/>
              <a:cxnLst/>
              <a:rect l="l" t="t" r="r" b="b"/>
              <a:pathLst>
                <a:path w="11559" h="66617">
                  <a:moveTo>
                    <a:pt x="10663" y="64078"/>
                  </a:moveTo>
                  <a:lnTo>
                    <a:pt x="10663" y="24774"/>
                  </a:lnTo>
                  <a:lnTo>
                    <a:pt x="1972" y="16092"/>
                  </a:lnTo>
                  <a:lnTo>
                    <a:pt x="7673" y="16092"/>
                  </a:lnTo>
                  <a:lnTo>
                    <a:pt x="7673" y="0"/>
                  </a:lnTo>
                  <a:lnTo>
                    <a:pt x="6851" y="0"/>
                  </a:lnTo>
                  <a:lnTo>
                    <a:pt x="6851" y="15270"/>
                  </a:lnTo>
                  <a:lnTo>
                    <a:pt x="1" y="15270"/>
                  </a:lnTo>
                  <a:lnTo>
                    <a:pt x="9841" y="25111"/>
                  </a:lnTo>
                  <a:lnTo>
                    <a:pt x="9841" y="64078"/>
                  </a:lnTo>
                  <a:cubicBezTo>
                    <a:pt x="9324" y="64251"/>
                    <a:pt x="8946" y="64736"/>
                    <a:pt x="8946" y="65311"/>
                  </a:cubicBezTo>
                  <a:cubicBezTo>
                    <a:pt x="8946" y="66033"/>
                    <a:pt x="9529" y="66617"/>
                    <a:pt x="10252" y="66617"/>
                  </a:cubicBezTo>
                  <a:cubicBezTo>
                    <a:pt x="10975" y="66617"/>
                    <a:pt x="11558" y="66033"/>
                    <a:pt x="11558" y="65311"/>
                  </a:cubicBezTo>
                  <a:cubicBezTo>
                    <a:pt x="11558" y="64736"/>
                    <a:pt x="11180" y="64251"/>
                    <a:pt x="10663" y="64078"/>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 name="Google Shape;31;p2"/>
            <p:cNvSpPr/>
            <p:nvPr/>
          </p:nvSpPr>
          <p:spPr>
            <a:xfrm flipV="1">
              <a:off x="2413440" y="4234680"/>
              <a:ext cx="196920" cy="2032920"/>
            </a:xfrm>
            <a:custGeom>
              <a:avLst/>
              <a:gdLst/>
              <a:ahLst/>
              <a:cxnLst/>
              <a:rect l="l" t="t" r="r" b="b"/>
              <a:pathLst>
                <a:path w="7886" h="81337">
                  <a:moveTo>
                    <a:pt x="1684" y="78798"/>
                  </a:moveTo>
                  <a:lnTo>
                    <a:pt x="1684" y="49318"/>
                  </a:lnTo>
                  <a:lnTo>
                    <a:pt x="7886" y="43116"/>
                  </a:lnTo>
                  <a:lnTo>
                    <a:pt x="7886" y="25061"/>
                  </a:lnTo>
                  <a:lnTo>
                    <a:pt x="1339" y="18515"/>
                  </a:lnTo>
                  <a:lnTo>
                    <a:pt x="1339" y="0"/>
                  </a:lnTo>
                  <a:lnTo>
                    <a:pt x="518" y="0"/>
                  </a:lnTo>
                  <a:lnTo>
                    <a:pt x="518" y="18852"/>
                  </a:lnTo>
                  <a:lnTo>
                    <a:pt x="7065" y="25398"/>
                  </a:lnTo>
                  <a:lnTo>
                    <a:pt x="7065" y="42779"/>
                  </a:lnTo>
                  <a:lnTo>
                    <a:pt x="863" y="48981"/>
                  </a:lnTo>
                  <a:lnTo>
                    <a:pt x="863" y="78815"/>
                  </a:lnTo>
                  <a:cubicBezTo>
                    <a:pt x="362" y="78995"/>
                    <a:pt x="0" y="79472"/>
                    <a:pt x="0" y="80038"/>
                  </a:cubicBezTo>
                  <a:cubicBezTo>
                    <a:pt x="0" y="80753"/>
                    <a:pt x="584" y="81336"/>
                    <a:pt x="1307" y="81336"/>
                  </a:cubicBezTo>
                  <a:cubicBezTo>
                    <a:pt x="2021" y="81336"/>
                    <a:pt x="2604" y="80753"/>
                    <a:pt x="2604" y="80038"/>
                  </a:cubicBezTo>
                  <a:cubicBezTo>
                    <a:pt x="2604" y="79447"/>
                    <a:pt x="2218" y="78962"/>
                    <a:pt x="1684" y="78798"/>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3" name="Google Shape;32;p2"/>
            <p:cNvSpPr/>
            <p:nvPr/>
          </p:nvSpPr>
          <p:spPr>
            <a:xfrm flipV="1">
              <a:off x="2332440" y="3964320"/>
              <a:ext cx="194040" cy="2304000"/>
            </a:xfrm>
            <a:custGeom>
              <a:avLst/>
              <a:gdLst/>
              <a:ahLst/>
              <a:cxnLst/>
              <a:rect l="l" t="t" r="r" b="b"/>
              <a:pathLst>
                <a:path w="7771" h="92179">
                  <a:moveTo>
                    <a:pt x="1709" y="89641"/>
                  </a:moveTo>
                  <a:lnTo>
                    <a:pt x="1709" y="47133"/>
                  </a:lnTo>
                  <a:lnTo>
                    <a:pt x="7771" y="41071"/>
                  </a:lnTo>
                  <a:lnTo>
                    <a:pt x="7771" y="26540"/>
                  </a:lnTo>
                  <a:lnTo>
                    <a:pt x="1380" y="20149"/>
                  </a:lnTo>
                  <a:lnTo>
                    <a:pt x="1380" y="0"/>
                  </a:lnTo>
                  <a:lnTo>
                    <a:pt x="559" y="0"/>
                  </a:lnTo>
                  <a:lnTo>
                    <a:pt x="559" y="20486"/>
                  </a:lnTo>
                  <a:lnTo>
                    <a:pt x="6949" y="26877"/>
                  </a:lnTo>
                  <a:lnTo>
                    <a:pt x="6949" y="40734"/>
                  </a:lnTo>
                  <a:lnTo>
                    <a:pt x="895" y="46796"/>
                  </a:lnTo>
                  <a:lnTo>
                    <a:pt x="895" y="89641"/>
                  </a:lnTo>
                  <a:cubicBezTo>
                    <a:pt x="370" y="89813"/>
                    <a:pt x="0" y="90298"/>
                    <a:pt x="0" y="90873"/>
                  </a:cubicBezTo>
                  <a:cubicBezTo>
                    <a:pt x="0" y="91596"/>
                    <a:pt x="583" y="92179"/>
                    <a:pt x="1298" y="92179"/>
                  </a:cubicBezTo>
                  <a:cubicBezTo>
                    <a:pt x="2021" y="92179"/>
                    <a:pt x="2604" y="91596"/>
                    <a:pt x="2604" y="90873"/>
                  </a:cubicBezTo>
                  <a:cubicBezTo>
                    <a:pt x="2604" y="90298"/>
                    <a:pt x="2226" y="89813"/>
                    <a:pt x="1709" y="89641"/>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4" name="Google Shape;33;p2"/>
            <p:cNvSpPr/>
            <p:nvPr/>
          </p:nvSpPr>
          <p:spPr>
            <a:xfrm flipV="1">
              <a:off x="2500920" y="4074120"/>
              <a:ext cx="201960" cy="2193480"/>
            </a:xfrm>
            <a:custGeom>
              <a:avLst/>
              <a:gdLst/>
              <a:ahLst/>
              <a:cxnLst/>
              <a:rect l="l" t="t" r="r" b="b"/>
              <a:pathLst>
                <a:path w="8092" h="87752">
                  <a:moveTo>
                    <a:pt x="1685" y="85205"/>
                  </a:moveTo>
                  <a:lnTo>
                    <a:pt x="1685" y="52012"/>
                  </a:lnTo>
                  <a:lnTo>
                    <a:pt x="8092" y="45605"/>
                  </a:lnTo>
                  <a:lnTo>
                    <a:pt x="8092" y="23254"/>
                  </a:lnTo>
                  <a:lnTo>
                    <a:pt x="1028" y="16190"/>
                  </a:lnTo>
                  <a:lnTo>
                    <a:pt x="1028" y="0"/>
                  </a:lnTo>
                  <a:lnTo>
                    <a:pt x="206" y="0"/>
                  </a:lnTo>
                  <a:lnTo>
                    <a:pt x="206" y="16535"/>
                  </a:lnTo>
                  <a:lnTo>
                    <a:pt x="7270" y="23591"/>
                  </a:lnTo>
                  <a:lnTo>
                    <a:pt x="7270" y="45268"/>
                  </a:lnTo>
                  <a:lnTo>
                    <a:pt x="863" y="51675"/>
                  </a:lnTo>
                  <a:lnTo>
                    <a:pt x="863" y="85222"/>
                  </a:lnTo>
                  <a:cubicBezTo>
                    <a:pt x="362" y="85402"/>
                    <a:pt x="1" y="85879"/>
                    <a:pt x="1" y="86445"/>
                  </a:cubicBezTo>
                  <a:cubicBezTo>
                    <a:pt x="1" y="87168"/>
                    <a:pt x="584" y="87751"/>
                    <a:pt x="1307" y="87751"/>
                  </a:cubicBezTo>
                  <a:cubicBezTo>
                    <a:pt x="2030" y="87751"/>
                    <a:pt x="2613" y="87168"/>
                    <a:pt x="2613" y="86445"/>
                  </a:cubicBezTo>
                  <a:cubicBezTo>
                    <a:pt x="2613" y="85854"/>
                    <a:pt x="2219" y="85369"/>
                    <a:pt x="1685" y="85205"/>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5" name="Google Shape;34;p2"/>
            <p:cNvSpPr/>
            <p:nvPr/>
          </p:nvSpPr>
          <p:spPr>
            <a:xfrm flipV="1">
              <a:off x="2576520" y="4565160"/>
              <a:ext cx="224640" cy="1702440"/>
            </a:xfrm>
            <a:custGeom>
              <a:avLst/>
              <a:gdLst/>
              <a:ahLst/>
              <a:cxnLst/>
              <a:rect l="l" t="t" r="r" b="b"/>
              <a:pathLst>
                <a:path w="9004" h="68112">
                  <a:moveTo>
                    <a:pt x="2744" y="65606"/>
                  </a:moveTo>
                  <a:lnTo>
                    <a:pt x="2744" y="53909"/>
                  </a:lnTo>
                  <a:lnTo>
                    <a:pt x="9003" y="47650"/>
                  </a:lnTo>
                  <a:lnTo>
                    <a:pt x="9003" y="22597"/>
                  </a:lnTo>
                  <a:lnTo>
                    <a:pt x="822" y="14416"/>
                  </a:lnTo>
                  <a:lnTo>
                    <a:pt x="822" y="0"/>
                  </a:lnTo>
                  <a:lnTo>
                    <a:pt x="0" y="0"/>
                  </a:lnTo>
                  <a:lnTo>
                    <a:pt x="0" y="14761"/>
                  </a:lnTo>
                  <a:lnTo>
                    <a:pt x="8182" y="22942"/>
                  </a:lnTo>
                  <a:lnTo>
                    <a:pt x="8182" y="47313"/>
                  </a:lnTo>
                  <a:lnTo>
                    <a:pt x="1931" y="53564"/>
                  </a:lnTo>
                  <a:lnTo>
                    <a:pt x="1931" y="65549"/>
                  </a:lnTo>
                  <a:cubicBezTo>
                    <a:pt x="1372" y="65697"/>
                    <a:pt x="953" y="66206"/>
                    <a:pt x="953" y="66806"/>
                  </a:cubicBezTo>
                  <a:cubicBezTo>
                    <a:pt x="953" y="67528"/>
                    <a:pt x="1536" y="68112"/>
                    <a:pt x="2259" y="68112"/>
                  </a:cubicBezTo>
                  <a:cubicBezTo>
                    <a:pt x="2974" y="68112"/>
                    <a:pt x="3565" y="67528"/>
                    <a:pt x="3565" y="66806"/>
                  </a:cubicBezTo>
                  <a:cubicBezTo>
                    <a:pt x="3565" y="66263"/>
                    <a:pt x="3220" y="65795"/>
                    <a:pt x="2744" y="65598"/>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6" name="Google Shape;35;p2"/>
            <p:cNvSpPr/>
            <p:nvPr/>
          </p:nvSpPr>
          <p:spPr>
            <a:xfrm flipV="1">
              <a:off x="2952720" y="4742280"/>
              <a:ext cx="257400" cy="1525320"/>
            </a:xfrm>
            <a:custGeom>
              <a:avLst/>
              <a:gdLst/>
              <a:ahLst/>
              <a:cxnLst/>
              <a:rect l="l" t="t" r="r" b="b"/>
              <a:pathLst>
                <a:path w="10310" h="61023">
                  <a:moveTo>
                    <a:pt x="1709" y="58485"/>
                  </a:moveTo>
                  <a:lnTo>
                    <a:pt x="1709" y="12272"/>
                  </a:lnTo>
                  <a:lnTo>
                    <a:pt x="10310" y="12272"/>
                  </a:lnTo>
                  <a:lnTo>
                    <a:pt x="10310" y="0"/>
                  </a:lnTo>
                  <a:lnTo>
                    <a:pt x="9488" y="0"/>
                  </a:lnTo>
                  <a:lnTo>
                    <a:pt x="9488" y="11451"/>
                  </a:lnTo>
                  <a:lnTo>
                    <a:pt x="896" y="11451"/>
                  </a:lnTo>
                  <a:lnTo>
                    <a:pt x="896" y="58493"/>
                  </a:lnTo>
                  <a:cubicBezTo>
                    <a:pt x="371" y="58665"/>
                    <a:pt x="1" y="59142"/>
                    <a:pt x="1" y="59725"/>
                  </a:cubicBezTo>
                  <a:cubicBezTo>
                    <a:pt x="1" y="60440"/>
                    <a:pt x="584" y="61023"/>
                    <a:pt x="1299" y="61023"/>
                  </a:cubicBezTo>
                  <a:cubicBezTo>
                    <a:pt x="2022" y="61023"/>
                    <a:pt x="2605" y="60440"/>
                    <a:pt x="2605" y="59725"/>
                  </a:cubicBezTo>
                  <a:cubicBezTo>
                    <a:pt x="2605" y="59142"/>
                    <a:pt x="2227" y="58665"/>
                    <a:pt x="1709" y="58493"/>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7" name="Google Shape;36;p2"/>
            <p:cNvSpPr/>
            <p:nvPr/>
          </p:nvSpPr>
          <p:spPr>
            <a:xfrm flipV="1">
              <a:off x="3031200" y="4524120"/>
              <a:ext cx="267480" cy="1743480"/>
            </a:xfrm>
            <a:custGeom>
              <a:avLst/>
              <a:gdLst/>
              <a:ahLst/>
              <a:cxnLst/>
              <a:rect l="l" t="t" r="r" b="b"/>
              <a:pathLst>
                <a:path w="10712" h="69755">
                  <a:moveTo>
                    <a:pt x="1717" y="67216"/>
                  </a:moveTo>
                  <a:lnTo>
                    <a:pt x="1717" y="16092"/>
                  </a:lnTo>
                  <a:lnTo>
                    <a:pt x="10712" y="16092"/>
                  </a:lnTo>
                  <a:lnTo>
                    <a:pt x="10712" y="0"/>
                  </a:lnTo>
                  <a:lnTo>
                    <a:pt x="9899" y="0"/>
                  </a:lnTo>
                  <a:lnTo>
                    <a:pt x="9899" y="15270"/>
                  </a:lnTo>
                  <a:lnTo>
                    <a:pt x="896" y="15270"/>
                  </a:lnTo>
                  <a:lnTo>
                    <a:pt x="896" y="67216"/>
                  </a:lnTo>
                  <a:cubicBezTo>
                    <a:pt x="379" y="67389"/>
                    <a:pt x="1" y="67873"/>
                    <a:pt x="1" y="68448"/>
                  </a:cubicBezTo>
                  <a:cubicBezTo>
                    <a:pt x="1" y="69163"/>
                    <a:pt x="584" y="69754"/>
                    <a:pt x="1307" y="69754"/>
                  </a:cubicBezTo>
                  <a:cubicBezTo>
                    <a:pt x="2030" y="69754"/>
                    <a:pt x="2613" y="69163"/>
                    <a:pt x="2613" y="68448"/>
                  </a:cubicBezTo>
                  <a:cubicBezTo>
                    <a:pt x="2613" y="67873"/>
                    <a:pt x="2235" y="67389"/>
                    <a:pt x="1717" y="67216"/>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8" name="Google Shape;37;p2"/>
            <p:cNvSpPr/>
            <p:nvPr/>
          </p:nvSpPr>
          <p:spPr>
            <a:xfrm flipV="1">
              <a:off x="3126600" y="4640040"/>
              <a:ext cx="250560" cy="1627560"/>
            </a:xfrm>
            <a:custGeom>
              <a:avLst/>
              <a:gdLst/>
              <a:ahLst/>
              <a:cxnLst/>
              <a:rect l="l" t="t" r="r" b="b"/>
              <a:pathLst>
                <a:path w="10030" h="65114">
                  <a:moveTo>
                    <a:pt x="1717" y="62575"/>
                  </a:moveTo>
                  <a:lnTo>
                    <a:pt x="1717" y="20043"/>
                  </a:lnTo>
                  <a:lnTo>
                    <a:pt x="10030" y="20043"/>
                  </a:lnTo>
                  <a:lnTo>
                    <a:pt x="10030" y="0"/>
                  </a:lnTo>
                  <a:lnTo>
                    <a:pt x="9216" y="0"/>
                  </a:lnTo>
                  <a:lnTo>
                    <a:pt x="9216" y="19221"/>
                  </a:lnTo>
                  <a:lnTo>
                    <a:pt x="896" y="19221"/>
                  </a:lnTo>
                  <a:lnTo>
                    <a:pt x="896" y="62575"/>
                  </a:lnTo>
                  <a:cubicBezTo>
                    <a:pt x="378" y="62748"/>
                    <a:pt x="0" y="63232"/>
                    <a:pt x="0" y="63807"/>
                  </a:cubicBezTo>
                  <a:cubicBezTo>
                    <a:pt x="0" y="64530"/>
                    <a:pt x="583" y="65113"/>
                    <a:pt x="1306" y="65113"/>
                  </a:cubicBezTo>
                  <a:cubicBezTo>
                    <a:pt x="2029" y="65113"/>
                    <a:pt x="2612" y="64530"/>
                    <a:pt x="2612" y="63807"/>
                  </a:cubicBezTo>
                  <a:cubicBezTo>
                    <a:pt x="2612" y="63232"/>
                    <a:pt x="2234" y="62748"/>
                    <a:pt x="1717" y="62575"/>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9" name="Google Shape;38;p2"/>
            <p:cNvSpPr/>
            <p:nvPr/>
          </p:nvSpPr>
          <p:spPr>
            <a:xfrm flipV="1">
              <a:off x="3511800" y="4855680"/>
              <a:ext cx="64800" cy="1412640"/>
            </a:xfrm>
            <a:custGeom>
              <a:avLst/>
              <a:gdLst/>
              <a:ahLst/>
              <a:cxnLst/>
              <a:rect l="l" t="t" r="r" b="b"/>
              <a:pathLst>
                <a:path w="2605" h="56522">
                  <a:moveTo>
                    <a:pt x="1709" y="53992"/>
                  </a:moveTo>
                  <a:lnTo>
                    <a:pt x="1709" y="0"/>
                  </a:lnTo>
                  <a:lnTo>
                    <a:pt x="896" y="0"/>
                  </a:lnTo>
                  <a:lnTo>
                    <a:pt x="896" y="53992"/>
                  </a:lnTo>
                  <a:cubicBezTo>
                    <a:pt x="379" y="54164"/>
                    <a:pt x="1" y="54649"/>
                    <a:pt x="1" y="55224"/>
                  </a:cubicBezTo>
                  <a:cubicBezTo>
                    <a:pt x="1" y="55938"/>
                    <a:pt x="584" y="56521"/>
                    <a:pt x="1307" y="56521"/>
                  </a:cubicBezTo>
                  <a:cubicBezTo>
                    <a:pt x="2022" y="56521"/>
                    <a:pt x="2605" y="55938"/>
                    <a:pt x="2605" y="55224"/>
                  </a:cubicBezTo>
                  <a:cubicBezTo>
                    <a:pt x="2605" y="54649"/>
                    <a:pt x="2235" y="54164"/>
                    <a:pt x="1718" y="53992"/>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0" name="Google Shape;39;p2"/>
            <p:cNvSpPr/>
            <p:nvPr/>
          </p:nvSpPr>
          <p:spPr>
            <a:xfrm flipV="1">
              <a:off x="3580200" y="5178960"/>
              <a:ext cx="64800" cy="1089000"/>
            </a:xfrm>
            <a:custGeom>
              <a:avLst/>
              <a:gdLst/>
              <a:ahLst/>
              <a:cxnLst/>
              <a:rect l="l" t="t" r="r" b="b"/>
              <a:pathLst>
                <a:path w="2605" h="43568">
                  <a:moveTo>
                    <a:pt x="1709" y="41038"/>
                  </a:moveTo>
                  <a:lnTo>
                    <a:pt x="1709" y="0"/>
                  </a:lnTo>
                  <a:lnTo>
                    <a:pt x="896" y="0"/>
                  </a:lnTo>
                  <a:lnTo>
                    <a:pt x="896" y="41038"/>
                  </a:lnTo>
                  <a:cubicBezTo>
                    <a:pt x="379" y="41210"/>
                    <a:pt x="1" y="41695"/>
                    <a:pt x="1" y="42270"/>
                  </a:cubicBezTo>
                  <a:cubicBezTo>
                    <a:pt x="1" y="42985"/>
                    <a:pt x="584" y="43568"/>
                    <a:pt x="1307" y="43568"/>
                  </a:cubicBezTo>
                  <a:cubicBezTo>
                    <a:pt x="2022" y="43568"/>
                    <a:pt x="2605" y="42985"/>
                    <a:pt x="2605" y="42270"/>
                  </a:cubicBezTo>
                  <a:cubicBezTo>
                    <a:pt x="2605" y="41695"/>
                    <a:pt x="2227" y="41210"/>
                    <a:pt x="1709" y="41038"/>
                  </a:cubicBezTo>
                  <a:close/>
                </a:path>
              </a:pathLst>
            </a:custGeom>
            <a:gradFill rotWithShape="0">
              <a:gsLst>
                <a:gs pos="3500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31" name="Google Shape;40;p2"/>
          <p:cNvGrpSpPr/>
          <p:nvPr/>
        </p:nvGrpSpPr>
        <p:grpSpPr>
          <a:xfrm>
            <a:off x="6915960" y="0"/>
            <a:ext cx="1548000" cy="3323880"/>
            <a:chOff x="6915960" y="0"/>
            <a:chExt cx="1548000" cy="3323880"/>
          </a:xfrm>
        </p:grpSpPr>
        <p:sp>
          <p:nvSpPr>
            <p:cNvPr id="32" name="Google Shape;41;p2"/>
            <p:cNvSpPr/>
            <p:nvPr/>
          </p:nvSpPr>
          <p:spPr>
            <a:xfrm rot="5400000">
              <a:off x="5622120" y="1293840"/>
              <a:ext cx="2975760" cy="388080"/>
            </a:xfrm>
            <a:custGeom>
              <a:avLst/>
              <a:gdLst/>
              <a:ahLst/>
              <a:cxnLst/>
              <a:rect l="l" t="t" r="r" b="b"/>
              <a:pathLst>
                <a:path w="30480" h="3980">
                  <a:moveTo>
                    <a:pt x="30066" y="0"/>
                  </a:moveTo>
                  <a:cubicBezTo>
                    <a:pt x="29952" y="0"/>
                    <a:pt x="29767" y="114"/>
                    <a:pt x="29710" y="300"/>
                  </a:cubicBezTo>
                  <a:lnTo>
                    <a:pt x="17829" y="300"/>
                  </a:lnTo>
                  <a:lnTo>
                    <a:pt x="14377" y="3751"/>
                  </a:lnTo>
                  <a:lnTo>
                    <a:pt x="11467" y="3751"/>
                  </a:lnTo>
                  <a:lnTo>
                    <a:pt x="11467" y="357"/>
                  </a:lnTo>
                  <a:lnTo>
                    <a:pt x="0" y="357"/>
                  </a:lnTo>
                  <a:lnTo>
                    <a:pt x="0" y="599"/>
                  </a:lnTo>
                  <a:lnTo>
                    <a:pt x="11225" y="599"/>
                  </a:lnTo>
                  <a:lnTo>
                    <a:pt x="11225" y="3979"/>
                  </a:lnTo>
                  <a:lnTo>
                    <a:pt x="14491" y="3979"/>
                  </a:lnTo>
                  <a:lnTo>
                    <a:pt x="17943" y="542"/>
                  </a:lnTo>
                  <a:lnTo>
                    <a:pt x="29710" y="542"/>
                  </a:lnTo>
                  <a:cubicBezTo>
                    <a:pt x="29767" y="656"/>
                    <a:pt x="29952" y="770"/>
                    <a:pt x="30066" y="770"/>
                  </a:cubicBezTo>
                  <a:cubicBezTo>
                    <a:pt x="30309" y="770"/>
                    <a:pt x="30480" y="599"/>
                    <a:pt x="30480" y="414"/>
                  </a:cubicBezTo>
                  <a:cubicBezTo>
                    <a:pt x="30480" y="185"/>
                    <a:pt x="30309" y="0"/>
                    <a:pt x="30066"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3" name="Google Shape;42;p2"/>
            <p:cNvSpPr/>
            <p:nvPr/>
          </p:nvSpPr>
          <p:spPr>
            <a:xfrm rot="5400000">
              <a:off x="5557680" y="1456560"/>
              <a:ext cx="3323880" cy="410400"/>
            </a:xfrm>
            <a:custGeom>
              <a:avLst/>
              <a:gdLst/>
              <a:ahLst/>
              <a:cxnLst/>
              <a:rect l="l" t="t" r="r" b="b"/>
              <a:pathLst>
                <a:path w="34046" h="4208">
                  <a:moveTo>
                    <a:pt x="33632" y="0"/>
                  </a:moveTo>
                  <a:cubicBezTo>
                    <a:pt x="33518" y="0"/>
                    <a:pt x="33332" y="114"/>
                    <a:pt x="33275" y="228"/>
                  </a:cubicBezTo>
                  <a:lnTo>
                    <a:pt x="17757" y="228"/>
                  </a:lnTo>
                  <a:lnTo>
                    <a:pt x="14020" y="3980"/>
                  </a:lnTo>
                  <a:lnTo>
                    <a:pt x="12480" y="3980"/>
                  </a:lnTo>
                  <a:lnTo>
                    <a:pt x="12480" y="827"/>
                  </a:lnTo>
                  <a:lnTo>
                    <a:pt x="0" y="827"/>
                  </a:lnTo>
                  <a:lnTo>
                    <a:pt x="0" y="1070"/>
                  </a:lnTo>
                  <a:lnTo>
                    <a:pt x="12238" y="1070"/>
                  </a:lnTo>
                  <a:lnTo>
                    <a:pt x="12238" y="4208"/>
                  </a:lnTo>
                  <a:lnTo>
                    <a:pt x="14135" y="4208"/>
                  </a:lnTo>
                  <a:lnTo>
                    <a:pt x="17886" y="471"/>
                  </a:lnTo>
                  <a:lnTo>
                    <a:pt x="33275" y="471"/>
                  </a:lnTo>
                  <a:cubicBezTo>
                    <a:pt x="33332" y="642"/>
                    <a:pt x="33518" y="770"/>
                    <a:pt x="33632" y="770"/>
                  </a:cubicBezTo>
                  <a:cubicBezTo>
                    <a:pt x="33874" y="770"/>
                    <a:pt x="34046" y="585"/>
                    <a:pt x="34046" y="357"/>
                  </a:cubicBezTo>
                  <a:cubicBezTo>
                    <a:pt x="34046" y="171"/>
                    <a:pt x="33874" y="0"/>
                    <a:pt x="33632"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4" name="Google Shape;43;p2"/>
            <p:cNvSpPr/>
            <p:nvPr/>
          </p:nvSpPr>
          <p:spPr>
            <a:xfrm rot="5400000">
              <a:off x="5940720" y="1189080"/>
              <a:ext cx="2796120" cy="417600"/>
            </a:xfrm>
            <a:custGeom>
              <a:avLst/>
              <a:gdLst/>
              <a:ahLst/>
              <a:cxnLst/>
              <a:rect l="l" t="t" r="r" b="b"/>
              <a:pathLst>
                <a:path w="28640" h="4279">
                  <a:moveTo>
                    <a:pt x="28283" y="0"/>
                  </a:moveTo>
                  <a:cubicBezTo>
                    <a:pt x="28098" y="0"/>
                    <a:pt x="27984" y="57"/>
                    <a:pt x="27927" y="243"/>
                  </a:cubicBezTo>
                  <a:lnTo>
                    <a:pt x="17829" y="243"/>
                  </a:lnTo>
                  <a:lnTo>
                    <a:pt x="14020" y="4036"/>
                  </a:lnTo>
                  <a:lnTo>
                    <a:pt x="13250" y="4036"/>
                  </a:lnTo>
                  <a:lnTo>
                    <a:pt x="13250" y="1255"/>
                  </a:lnTo>
                  <a:lnTo>
                    <a:pt x="0" y="1255"/>
                  </a:lnTo>
                  <a:lnTo>
                    <a:pt x="0" y="1483"/>
                  </a:lnTo>
                  <a:lnTo>
                    <a:pt x="13008" y="1483"/>
                  </a:lnTo>
                  <a:lnTo>
                    <a:pt x="13008" y="4279"/>
                  </a:lnTo>
                  <a:lnTo>
                    <a:pt x="14078" y="4279"/>
                  </a:lnTo>
                  <a:lnTo>
                    <a:pt x="17886" y="471"/>
                  </a:lnTo>
                  <a:lnTo>
                    <a:pt x="27927" y="471"/>
                  </a:lnTo>
                  <a:cubicBezTo>
                    <a:pt x="27984" y="656"/>
                    <a:pt x="28098" y="713"/>
                    <a:pt x="28283" y="713"/>
                  </a:cubicBezTo>
                  <a:cubicBezTo>
                    <a:pt x="28454" y="713"/>
                    <a:pt x="28640" y="599"/>
                    <a:pt x="28640" y="357"/>
                  </a:cubicBezTo>
                  <a:cubicBezTo>
                    <a:pt x="28640" y="114"/>
                    <a:pt x="28454" y="0"/>
                    <a:pt x="28283"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5" name="Google Shape;44;p2"/>
            <p:cNvSpPr/>
            <p:nvPr/>
          </p:nvSpPr>
          <p:spPr>
            <a:xfrm rot="5400000">
              <a:off x="6268680" y="965520"/>
              <a:ext cx="2378160" cy="446760"/>
            </a:xfrm>
            <a:custGeom>
              <a:avLst/>
              <a:gdLst/>
              <a:ahLst/>
              <a:cxnLst/>
              <a:rect l="l" t="t" r="r" b="b"/>
              <a:pathLst>
                <a:path w="24362" h="4580">
                  <a:moveTo>
                    <a:pt x="24004" y="1"/>
                  </a:moveTo>
                  <a:cubicBezTo>
                    <a:pt x="23819" y="1"/>
                    <a:pt x="23705" y="129"/>
                    <a:pt x="23648" y="300"/>
                  </a:cubicBezTo>
                  <a:lnTo>
                    <a:pt x="17700" y="300"/>
                  </a:lnTo>
                  <a:lnTo>
                    <a:pt x="14020" y="3980"/>
                  </a:lnTo>
                  <a:lnTo>
                    <a:pt x="14020" y="1613"/>
                  </a:lnTo>
                  <a:lnTo>
                    <a:pt x="0" y="1613"/>
                  </a:lnTo>
                  <a:lnTo>
                    <a:pt x="0" y="1841"/>
                  </a:lnTo>
                  <a:lnTo>
                    <a:pt x="13778" y="1841"/>
                  </a:lnTo>
                  <a:lnTo>
                    <a:pt x="13778" y="4579"/>
                  </a:lnTo>
                  <a:lnTo>
                    <a:pt x="17829" y="543"/>
                  </a:lnTo>
                  <a:lnTo>
                    <a:pt x="23648" y="543"/>
                  </a:lnTo>
                  <a:cubicBezTo>
                    <a:pt x="23705" y="657"/>
                    <a:pt x="23819" y="771"/>
                    <a:pt x="24004" y="771"/>
                  </a:cubicBezTo>
                  <a:cubicBezTo>
                    <a:pt x="24176" y="771"/>
                    <a:pt x="24361" y="600"/>
                    <a:pt x="24361" y="414"/>
                  </a:cubicBezTo>
                  <a:cubicBezTo>
                    <a:pt x="24361" y="186"/>
                    <a:pt x="24176" y="1"/>
                    <a:pt x="24004"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6" name="Google Shape;45;p2"/>
            <p:cNvSpPr/>
            <p:nvPr/>
          </p:nvSpPr>
          <p:spPr>
            <a:xfrm rot="5400000">
              <a:off x="6628680" y="942840"/>
              <a:ext cx="2099880" cy="214200"/>
            </a:xfrm>
            <a:custGeom>
              <a:avLst/>
              <a:gdLst/>
              <a:ahLst/>
              <a:cxnLst/>
              <a:rect l="l" t="t" r="r" b="b"/>
              <a:pathLst>
                <a:path w="21509" h="2197">
                  <a:moveTo>
                    <a:pt x="21095" y="0"/>
                  </a:moveTo>
                  <a:cubicBezTo>
                    <a:pt x="20966" y="0"/>
                    <a:pt x="20795" y="128"/>
                    <a:pt x="20738" y="243"/>
                  </a:cubicBezTo>
                  <a:lnTo>
                    <a:pt x="16987" y="243"/>
                  </a:lnTo>
                  <a:lnTo>
                    <a:pt x="15261" y="1968"/>
                  </a:lnTo>
                  <a:lnTo>
                    <a:pt x="0" y="1968"/>
                  </a:lnTo>
                  <a:lnTo>
                    <a:pt x="0" y="2197"/>
                  </a:lnTo>
                  <a:lnTo>
                    <a:pt x="15390" y="2197"/>
                  </a:lnTo>
                  <a:lnTo>
                    <a:pt x="17116" y="485"/>
                  </a:lnTo>
                  <a:lnTo>
                    <a:pt x="20738" y="485"/>
                  </a:lnTo>
                  <a:cubicBezTo>
                    <a:pt x="20795" y="656"/>
                    <a:pt x="20966" y="713"/>
                    <a:pt x="21095" y="713"/>
                  </a:cubicBezTo>
                  <a:cubicBezTo>
                    <a:pt x="21323" y="713"/>
                    <a:pt x="21508" y="599"/>
                    <a:pt x="21508" y="357"/>
                  </a:cubicBezTo>
                  <a:cubicBezTo>
                    <a:pt x="21508" y="186"/>
                    <a:pt x="21323" y="0"/>
                    <a:pt x="21095"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7" name="Google Shape;46;p2"/>
            <p:cNvSpPr/>
            <p:nvPr/>
          </p:nvSpPr>
          <p:spPr>
            <a:xfrm rot="5400000">
              <a:off x="6784920" y="856440"/>
              <a:ext cx="1949400" cy="236520"/>
            </a:xfrm>
            <a:custGeom>
              <a:avLst/>
              <a:gdLst/>
              <a:ahLst/>
              <a:cxnLst/>
              <a:rect l="l" t="t" r="r" b="b"/>
              <a:pathLst>
                <a:path w="19969" h="2426">
                  <a:moveTo>
                    <a:pt x="19540" y="1"/>
                  </a:moveTo>
                  <a:cubicBezTo>
                    <a:pt x="19426" y="1"/>
                    <a:pt x="19255" y="115"/>
                    <a:pt x="19184" y="286"/>
                  </a:cubicBezTo>
                  <a:lnTo>
                    <a:pt x="16516" y="286"/>
                  </a:lnTo>
                  <a:lnTo>
                    <a:pt x="14620" y="2197"/>
                  </a:lnTo>
                  <a:lnTo>
                    <a:pt x="0" y="2197"/>
                  </a:lnTo>
                  <a:lnTo>
                    <a:pt x="0" y="2425"/>
                  </a:lnTo>
                  <a:lnTo>
                    <a:pt x="14734" y="2425"/>
                  </a:lnTo>
                  <a:lnTo>
                    <a:pt x="16631" y="529"/>
                  </a:lnTo>
                  <a:lnTo>
                    <a:pt x="19184" y="529"/>
                  </a:lnTo>
                  <a:cubicBezTo>
                    <a:pt x="19255" y="643"/>
                    <a:pt x="19426" y="771"/>
                    <a:pt x="19540" y="771"/>
                  </a:cubicBezTo>
                  <a:cubicBezTo>
                    <a:pt x="19783" y="771"/>
                    <a:pt x="19968" y="586"/>
                    <a:pt x="19968" y="414"/>
                  </a:cubicBezTo>
                  <a:cubicBezTo>
                    <a:pt x="19968" y="172"/>
                    <a:pt x="19783" y="1"/>
                    <a:pt x="19540"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8" name="Google Shape;47;p2"/>
            <p:cNvSpPr/>
            <p:nvPr/>
          </p:nvSpPr>
          <p:spPr>
            <a:xfrm rot="5400000">
              <a:off x="6599520" y="1116720"/>
              <a:ext cx="2512080" cy="278280"/>
            </a:xfrm>
            <a:custGeom>
              <a:avLst/>
              <a:gdLst/>
              <a:ahLst/>
              <a:cxnLst/>
              <a:rect l="l" t="t" r="r" b="b"/>
              <a:pathLst>
                <a:path w="25731" h="2854">
                  <a:moveTo>
                    <a:pt x="25374" y="1"/>
                  </a:moveTo>
                  <a:cubicBezTo>
                    <a:pt x="25188" y="1"/>
                    <a:pt x="25074" y="129"/>
                    <a:pt x="25017" y="243"/>
                  </a:cubicBezTo>
                  <a:lnTo>
                    <a:pt x="13778" y="243"/>
                  </a:lnTo>
                  <a:lnTo>
                    <a:pt x="13778" y="2625"/>
                  </a:lnTo>
                  <a:lnTo>
                    <a:pt x="0" y="2625"/>
                  </a:lnTo>
                  <a:lnTo>
                    <a:pt x="0" y="2853"/>
                  </a:lnTo>
                  <a:lnTo>
                    <a:pt x="14020" y="2853"/>
                  </a:lnTo>
                  <a:lnTo>
                    <a:pt x="14020" y="486"/>
                  </a:lnTo>
                  <a:lnTo>
                    <a:pt x="25017" y="486"/>
                  </a:lnTo>
                  <a:cubicBezTo>
                    <a:pt x="25074" y="657"/>
                    <a:pt x="25188" y="771"/>
                    <a:pt x="25374" y="771"/>
                  </a:cubicBezTo>
                  <a:cubicBezTo>
                    <a:pt x="25545" y="771"/>
                    <a:pt x="25730" y="600"/>
                    <a:pt x="25730" y="357"/>
                  </a:cubicBezTo>
                  <a:cubicBezTo>
                    <a:pt x="25730" y="186"/>
                    <a:pt x="25545" y="1"/>
                    <a:pt x="25374"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39" name="Google Shape;48;p2"/>
            <p:cNvSpPr/>
            <p:nvPr/>
          </p:nvSpPr>
          <p:spPr>
            <a:xfrm rot="5400000">
              <a:off x="6848640" y="937080"/>
              <a:ext cx="2204280" cy="329760"/>
            </a:xfrm>
            <a:custGeom>
              <a:avLst/>
              <a:gdLst/>
              <a:ahLst/>
              <a:cxnLst/>
              <a:rect l="l" t="t" r="r" b="b"/>
              <a:pathLst>
                <a:path w="22579" h="3382">
                  <a:moveTo>
                    <a:pt x="22165" y="1"/>
                  </a:moveTo>
                  <a:cubicBezTo>
                    <a:pt x="22036" y="1"/>
                    <a:pt x="21865" y="58"/>
                    <a:pt x="21808" y="229"/>
                  </a:cubicBezTo>
                  <a:lnTo>
                    <a:pt x="12837" y="229"/>
                  </a:lnTo>
                  <a:lnTo>
                    <a:pt x="12837" y="3153"/>
                  </a:lnTo>
                  <a:lnTo>
                    <a:pt x="0" y="3153"/>
                  </a:lnTo>
                  <a:lnTo>
                    <a:pt x="0" y="3381"/>
                  </a:lnTo>
                  <a:lnTo>
                    <a:pt x="13065" y="3381"/>
                  </a:lnTo>
                  <a:lnTo>
                    <a:pt x="13065" y="471"/>
                  </a:lnTo>
                  <a:lnTo>
                    <a:pt x="21808" y="471"/>
                  </a:lnTo>
                  <a:cubicBezTo>
                    <a:pt x="21865" y="657"/>
                    <a:pt x="22036" y="714"/>
                    <a:pt x="22165" y="714"/>
                  </a:cubicBezTo>
                  <a:cubicBezTo>
                    <a:pt x="22393" y="714"/>
                    <a:pt x="22578" y="586"/>
                    <a:pt x="22578" y="357"/>
                  </a:cubicBezTo>
                  <a:cubicBezTo>
                    <a:pt x="22578" y="115"/>
                    <a:pt x="22393" y="1"/>
                    <a:pt x="22165"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0" name="Google Shape;49;p2"/>
            <p:cNvSpPr/>
            <p:nvPr/>
          </p:nvSpPr>
          <p:spPr>
            <a:xfrm rot="5400000">
              <a:off x="7091640" y="785880"/>
              <a:ext cx="1949400" cy="377280"/>
            </a:xfrm>
            <a:custGeom>
              <a:avLst/>
              <a:gdLst/>
              <a:ahLst/>
              <a:cxnLst/>
              <a:rect l="l" t="t" r="r" b="b"/>
              <a:pathLst>
                <a:path w="19969" h="3866">
                  <a:moveTo>
                    <a:pt x="19540" y="1"/>
                  </a:moveTo>
                  <a:cubicBezTo>
                    <a:pt x="19426" y="1"/>
                    <a:pt x="19255" y="115"/>
                    <a:pt x="19184" y="300"/>
                  </a:cubicBezTo>
                  <a:lnTo>
                    <a:pt x="11995" y="300"/>
                  </a:lnTo>
                  <a:lnTo>
                    <a:pt x="11995" y="3623"/>
                  </a:lnTo>
                  <a:lnTo>
                    <a:pt x="0" y="3623"/>
                  </a:lnTo>
                  <a:lnTo>
                    <a:pt x="0" y="3866"/>
                  </a:lnTo>
                  <a:lnTo>
                    <a:pt x="12238" y="3866"/>
                  </a:lnTo>
                  <a:lnTo>
                    <a:pt x="12238" y="528"/>
                  </a:lnTo>
                  <a:lnTo>
                    <a:pt x="19184" y="528"/>
                  </a:lnTo>
                  <a:cubicBezTo>
                    <a:pt x="19255" y="657"/>
                    <a:pt x="19426" y="771"/>
                    <a:pt x="19540" y="771"/>
                  </a:cubicBezTo>
                  <a:cubicBezTo>
                    <a:pt x="19783" y="771"/>
                    <a:pt x="19968" y="585"/>
                    <a:pt x="19968" y="414"/>
                  </a:cubicBezTo>
                  <a:cubicBezTo>
                    <a:pt x="19968" y="172"/>
                    <a:pt x="19783" y="1"/>
                    <a:pt x="19540"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1" name="Google Shape;50;p2"/>
            <p:cNvSpPr/>
            <p:nvPr/>
          </p:nvSpPr>
          <p:spPr>
            <a:xfrm rot="5400000">
              <a:off x="7347960" y="623160"/>
              <a:ext cx="1647360" cy="400680"/>
            </a:xfrm>
            <a:custGeom>
              <a:avLst/>
              <a:gdLst/>
              <a:ahLst/>
              <a:cxnLst/>
              <a:rect l="l" t="t" r="r" b="b"/>
              <a:pathLst>
                <a:path w="16874" h="4109">
                  <a:moveTo>
                    <a:pt x="16516" y="0"/>
                  </a:moveTo>
                  <a:cubicBezTo>
                    <a:pt x="16331" y="0"/>
                    <a:pt x="16217" y="129"/>
                    <a:pt x="16160" y="300"/>
                  </a:cubicBezTo>
                  <a:lnTo>
                    <a:pt x="11111" y="300"/>
                  </a:lnTo>
                  <a:lnTo>
                    <a:pt x="11111" y="3866"/>
                  </a:lnTo>
                  <a:lnTo>
                    <a:pt x="0" y="3866"/>
                  </a:lnTo>
                  <a:lnTo>
                    <a:pt x="0" y="4108"/>
                  </a:lnTo>
                  <a:lnTo>
                    <a:pt x="11339" y="4108"/>
                  </a:lnTo>
                  <a:lnTo>
                    <a:pt x="11339" y="542"/>
                  </a:lnTo>
                  <a:lnTo>
                    <a:pt x="16160" y="542"/>
                  </a:lnTo>
                  <a:cubicBezTo>
                    <a:pt x="16217" y="657"/>
                    <a:pt x="16331" y="785"/>
                    <a:pt x="16516" y="785"/>
                  </a:cubicBezTo>
                  <a:cubicBezTo>
                    <a:pt x="16759" y="785"/>
                    <a:pt x="16873" y="599"/>
                    <a:pt x="16873" y="428"/>
                  </a:cubicBezTo>
                  <a:cubicBezTo>
                    <a:pt x="16873" y="186"/>
                    <a:pt x="16759" y="0"/>
                    <a:pt x="16516"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2" name="Google Shape;51;p2"/>
            <p:cNvSpPr/>
            <p:nvPr/>
          </p:nvSpPr>
          <p:spPr>
            <a:xfrm rot="5400000">
              <a:off x="6544440" y="400320"/>
              <a:ext cx="1044360" cy="243360"/>
            </a:xfrm>
            <a:custGeom>
              <a:avLst/>
              <a:gdLst/>
              <a:ahLst/>
              <a:cxnLst/>
              <a:rect l="l" t="t" r="r" b="b"/>
              <a:pathLst>
                <a:path w="10698" h="2497">
                  <a:moveTo>
                    <a:pt x="0" y="1"/>
                  </a:moveTo>
                  <a:lnTo>
                    <a:pt x="0" y="243"/>
                  </a:lnTo>
                  <a:lnTo>
                    <a:pt x="10455" y="243"/>
                  </a:lnTo>
                  <a:lnTo>
                    <a:pt x="10455" y="2497"/>
                  </a:lnTo>
                  <a:lnTo>
                    <a:pt x="10697" y="2497"/>
                  </a:lnTo>
                  <a:lnTo>
                    <a:pt x="10697"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3" name="Google Shape;52;p2"/>
            <p:cNvSpPr/>
            <p:nvPr/>
          </p:nvSpPr>
          <p:spPr>
            <a:xfrm rot="5400000">
              <a:off x="6547680" y="396720"/>
              <a:ext cx="967680" cy="173880"/>
            </a:xfrm>
            <a:custGeom>
              <a:avLst/>
              <a:gdLst/>
              <a:ahLst/>
              <a:cxnLst/>
              <a:rect l="l" t="t" r="r" b="b"/>
              <a:pathLst>
                <a:path w="9913" h="1783">
                  <a:moveTo>
                    <a:pt x="0" y="0"/>
                  </a:moveTo>
                  <a:lnTo>
                    <a:pt x="0" y="243"/>
                  </a:lnTo>
                  <a:lnTo>
                    <a:pt x="9685" y="243"/>
                  </a:lnTo>
                  <a:lnTo>
                    <a:pt x="9685" y="1783"/>
                  </a:lnTo>
                  <a:lnTo>
                    <a:pt x="9913" y="1783"/>
                  </a:lnTo>
                  <a:lnTo>
                    <a:pt x="9913"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4" name="Google Shape;53;p2"/>
            <p:cNvSpPr/>
            <p:nvPr/>
          </p:nvSpPr>
          <p:spPr>
            <a:xfrm rot="5400000">
              <a:off x="7570800" y="498960"/>
              <a:ext cx="1392120" cy="393840"/>
            </a:xfrm>
            <a:custGeom>
              <a:avLst/>
              <a:gdLst/>
              <a:ahLst/>
              <a:cxnLst/>
              <a:rect l="l" t="t" r="r" b="b"/>
              <a:pathLst>
                <a:path w="14263" h="4037">
                  <a:moveTo>
                    <a:pt x="13906" y="0"/>
                  </a:moveTo>
                  <a:cubicBezTo>
                    <a:pt x="13721" y="0"/>
                    <a:pt x="13607" y="57"/>
                    <a:pt x="13550" y="228"/>
                  </a:cubicBezTo>
                  <a:lnTo>
                    <a:pt x="10155" y="228"/>
                  </a:lnTo>
                  <a:lnTo>
                    <a:pt x="10155" y="3794"/>
                  </a:lnTo>
                  <a:lnTo>
                    <a:pt x="0" y="3794"/>
                  </a:lnTo>
                  <a:lnTo>
                    <a:pt x="0" y="4036"/>
                  </a:lnTo>
                  <a:lnTo>
                    <a:pt x="10398" y="4036"/>
                  </a:lnTo>
                  <a:lnTo>
                    <a:pt x="10398" y="471"/>
                  </a:lnTo>
                  <a:lnTo>
                    <a:pt x="13550" y="471"/>
                  </a:lnTo>
                  <a:cubicBezTo>
                    <a:pt x="13607" y="656"/>
                    <a:pt x="13721" y="713"/>
                    <a:pt x="13906" y="713"/>
                  </a:cubicBezTo>
                  <a:cubicBezTo>
                    <a:pt x="14078" y="713"/>
                    <a:pt x="14263" y="585"/>
                    <a:pt x="14263" y="357"/>
                  </a:cubicBezTo>
                  <a:cubicBezTo>
                    <a:pt x="14263" y="114"/>
                    <a:pt x="14078" y="0"/>
                    <a:pt x="13906"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45" name="Google Shape;54;p2"/>
          <p:cNvGrpSpPr/>
          <p:nvPr/>
        </p:nvGrpSpPr>
        <p:grpSpPr>
          <a:xfrm>
            <a:off x="5532840" y="4310640"/>
            <a:ext cx="3611160" cy="298080"/>
            <a:chOff x="5532840" y="4310640"/>
            <a:chExt cx="3611160" cy="298080"/>
          </a:xfrm>
        </p:grpSpPr>
        <p:sp>
          <p:nvSpPr>
            <p:cNvPr id="46" name="Google Shape;55;p2"/>
            <p:cNvSpPr/>
            <p:nvPr/>
          </p:nvSpPr>
          <p:spPr>
            <a:xfrm rot="10800000">
              <a:off x="5829840" y="4310640"/>
              <a:ext cx="3314160" cy="182520"/>
            </a:xfrm>
            <a:custGeom>
              <a:avLst/>
              <a:gdLst/>
              <a:ahLst/>
              <a:cxnLst/>
              <a:rect l="l" t="t" r="r" b="b"/>
              <a:pathLst>
                <a:path w="34417" h="1898">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7" name="Google Shape;56;p2"/>
            <p:cNvSpPr/>
            <p:nvPr/>
          </p:nvSpPr>
          <p:spPr>
            <a:xfrm rot="10800000">
              <a:off x="7123680" y="4448520"/>
              <a:ext cx="2020320" cy="160200"/>
            </a:xfrm>
            <a:custGeom>
              <a:avLst/>
              <a:gdLst/>
              <a:ahLst/>
              <a:cxnLst/>
              <a:rect l="l" t="t" r="r" b="b"/>
              <a:pathLst>
                <a:path w="20981" h="1669">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8" name="Google Shape;57;p2"/>
            <p:cNvSpPr/>
            <p:nvPr/>
          </p:nvSpPr>
          <p:spPr>
            <a:xfrm rot="10800000">
              <a:off x="7277400" y="4500360"/>
              <a:ext cx="1866600" cy="68400"/>
            </a:xfrm>
            <a:custGeom>
              <a:avLst/>
              <a:gdLst/>
              <a:ahLst/>
              <a:cxnLst/>
              <a:rect l="l" t="t" r="r" b="b"/>
              <a:pathLst>
                <a:path w="19384" h="71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49" name="Google Shape;58;p2"/>
            <p:cNvSpPr/>
            <p:nvPr/>
          </p:nvSpPr>
          <p:spPr>
            <a:xfrm rot="10800000">
              <a:off x="5532840" y="4379760"/>
              <a:ext cx="3611160" cy="205560"/>
            </a:xfrm>
            <a:custGeom>
              <a:avLst/>
              <a:gdLst/>
              <a:ahLst/>
              <a:cxnLst/>
              <a:rect l="l" t="t" r="r" b="b"/>
              <a:pathLst>
                <a:path w="37498" h="214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sp>
        <p:nvSpPr>
          <p:cNvPr id="50" name="PlaceHolder 1"/>
          <p:cNvSpPr>
            <a:spLocks noGrp="1"/>
          </p:cNvSpPr>
          <p:nvPr>
            <p:ph type="title"/>
          </p:nvPr>
        </p:nvSpPr>
        <p:spPr>
          <a:xfrm>
            <a:off x="713160" y="835560"/>
            <a:ext cx="5243400" cy="1717920"/>
          </a:xfrm>
          <a:prstGeom prst="rect">
            <a:avLst/>
          </a:prstGeom>
          <a:noFill/>
          <a:ln w="0">
            <a:noFill/>
          </a:ln>
        </p:spPr>
        <p:txBody>
          <a:bodyPr tIns="91440" bIns="91440" anchor="ctr">
            <a:noAutofit/>
          </a:bodyPr>
          <a:lstStyle/>
          <a:p>
            <a:r>
              <a:rPr lang="en-US" sz="5000" b="0" strike="noStrike" spc="-1">
                <a:solidFill>
                  <a:srgbClr val="000000"/>
                </a:solidFill>
                <a:latin typeface="Arial"/>
              </a:rPr>
              <a:t>Click to edit the title text format</a:t>
            </a:r>
          </a:p>
        </p:txBody>
      </p:sp>
      <p:sp>
        <p:nvSpPr>
          <p:cNvPr id="5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88" name="Google Shape;745;p29"/>
          <p:cNvSpPr/>
          <p:nvPr/>
        </p:nvSpPr>
        <p:spPr>
          <a:xfrm>
            <a:off x="219600" y="181080"/>
            <a:ext cx="8704800" cy="4780800"/>
          </a:xfrm>
          <a:prstGeom prst="roundRect">
            <a:avLst>
              <a:gd name="adj" fmla="val 5732"/>
            </a:avLst>
          </a:prstGeom>
          <a:gradFill rotWithShape="0">
            <a:gsLst>
              <a:gs pos="0">
                <a:srgbClr val="0F0F0F"/>
              </a:gs>
              <a:gs pos="100000">
                <a:srgbClr val="2E2E2E"/>
              </a:gs>
            </a:gsLst>
            <a:lin ang="8100000"/>
          </a:gradFill>
          <a:ln w="0">
            <a:noFill/>
          </a:ln>
        </p:spPr>
        <p:style>
          <a:lnRef idx="0">
            <a:scrgbClr r="0" g="0" b="0"/>
          </a:lnRef>
          <a:fillRef idx="0">
            <a:scrgbClr r="0" g="0" b="0"/>
          </a:fillRef>
          <a:effectRef idx="0">
            <a:scrgbClr r="0" g="0" b="0"/>
          </a:effectRef>
          <a:fontRef idx="minor"/>
        </p:style>
      </p:sp>
      <p:sp>
        <p:nvSpPr>
          <p:cNvPr id="89"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r>
              <a:rPr lang="en-US" sz="3000" b="0" strike="noStrike" spc="-1">
                <a:solidFill>
                  <a:srgbClr val="000000"/>
                </a:solidFill>
                <a:latin typeface="Arial"/>
              </a:rPr>
              <a:t>Click to edit the title text format</a:t>
            </a:r>
          </a:p>
        </p:txBody>
      </p:sp>
      <p:sp>
        <p:nvSpPr>
          <p:cNvPr id="90" name="PlaceHolder 2"/>
          <p:cNvSpPr>
            <a:spLocks noGrp="1"/>
          </p:cNvSpPr>
          <p:nvPr>
            <p:ph type="body"/>
          </p:nvPr>
        </p:nvSpPr>
        <p:spPr>
          <a:xfrm>
            <a:off x="720000" y="1215720"/>
            <a:ext cx="7703640" cy="3416040"/>
          </a:xfrm>
          <a:prstGeom prst="rect">
            <a:avLst/>
          </a:prstGeom>
          <a:noFill/>
          <a:ln w="0">
            <a:noFill/>
          </a:ln>
        </p:spPr>
        <p:txBody>
          <a:bodyPr tIns="91440" bIns="91440" anchor="t">
            <a:noAutofit/>
          </a:bodyPr>
          <a:lstStyle/>
          <a:p>
            <a:pPr marL="432000" indent="-324000">
              <a:spcBef>
                <a:spcPts val="1417"/>
              </a:spcBef>
              <a:buClr>
                <a:srgbClr val="FFFFFF"/>
              </a:buClr>
              <a:buSzPct val="45000"/>
              <a:buFont typeface="Wingdings" charset="2"/>
              <a:buChar char=""/>
            </a:pPr>
            <a:r>
              <a:rPr lang="en-US" sz="125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25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25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25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125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125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1250" b="0" strike="noStrike" spc="-1">
                <a:solidFill>
                  <a:srgbClr val="000000"/>
                </a:solidFill>
                <a:latin typeface="Arial"/>
              </a:rPr>
              <a:t>Seventh Outline Level</a:t>
            </a:r>
          </a:p>
        </p:txBody>
      </p:sp>
      <p:grpSp>
        <p:nvGrpSpPr>
          <p:cNvPr id="91" name="Google Shape;748;p29"/>
          <p:cNvGrpSpPr/>
          <p:nvPr/>
        </p:nvGrpSpPr>
        <p:grpSpPr>
          <a:xfrm>
            <a:off x="7721640" y="2810880"/>
            <a:ext cx="752400" cy="2430720"/>
            <a:chOff x="7721640" y="2810880"/>
            <a:chExt cx="752400" cy="2430720"/>
          </a:xfrm>
        </p:grpSpPr>
        <p:sp>
          <p:nvSpPr>
            <p:cNvPr id="92" name="Google Shape;749;p29"/>
            <p:cNvSpPr/>
            <p:nvPr/>
          </p:nvSpPr>
          <p:spPr>
            <a:xfrm rot="16200000">
              <a:off x="6769440" y="3913200"/>
              <a:ext cx="2430720" cy="226080"/>
            </a:xfrm>
            <a:custGeom>
              <a:avLst/>
              <a:gdLst/>
              <a:ahLst/>
              <a:cxnLst/>
              <a:rect l="l" t="t" r="r" b="b"/>
              <a:pathLst>
                <a:path w="32635" h="3039">
                  <a:moveTo>
                    <a:pt x="1" y="0"/>
                  </a:moveTo>
                  <a:lnTo>
                    <a:pt x="1" y="243"/>
                  </a:lnTo>
                  <a:lnTo>
                    <a:pt x="15818" y="243"/>
                  </a:lnTo>
                  <a:lnTo>
                    <a:pt x="15818" y="2796"/>
                  </a:lnTo>
                  <a:lnTo>
                    <a:pt x="31864" y="2796"/>
                  </a:lnTo>
                  <a:cubicBezTo>
                    <a:pt x="31921" y="2981"/>
                    <a:pt x="32092" y="3038"/>
                    <a:pt x="32221" y="3038"/>
                  </a:cubicBezTo>
                  <a:cubicBezTo>
                    <a:pt x="32449" y="3038"/>
                    <a:pt x="32634" y="2924"/>
                    <a:pt x="32634" y="2682"/>
                  </a:cubicBezTo>
                  <a:cubicBezTo>
                    <a:pt x="32634" y="2496"/>
                    <a:pt x="32449" y="2325"/>
                    <a:pt x="32221" y="2325"/>
                  </a:cubicBezTo>
                  <a:cubicBezTo>
                    <a:pt x="32092" y="2325"/>
                    <a:pt x="31921" y="2439"/>
                    <a:pt x="31864" y="2568"/>
                  </a:cubicBezTo>
                  <a:lnTo>
                    <a:pt x="16046" y="2568"/>
                  </a:lnTo>
                  <a:lnTo>
                    <a:pt x="16046"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3" name="Google Shape;750;p29"/>
            <p:cNvSpPr/>
            <p:nvPr/>
          </p:nvSpPr>
          <p:spPr>
            <a:xfrm rot="16200000">
              <a:off x="7882920" y="4650480"/>
              <a:ext cx="863640" cy="318600"/>
            </a:xfrm>
            <a:custGeom>
              <a:avLst/>
              <a:gdLst/>
              <a:ahLst/>
              <a:cxnLst/>
              <a:rect l="l" t="t" r="r" b="b"/>
              <a:pathLst>
                <a:path w="11597" h="4280">
                  <a:moveTo>
                    <a:pt x="1" y="1"/>
                  </a:moveTo>
                  <a:lnTo>
                    <a:pt x="1" y="243"/>
                  </a:lnTo>
                  <a:lnTo>
                    <a:pt x="11112" y="243"/>
                  </a:lnTo>
                  <a:lnTo>
                    <a:pt x="11112" y="3566"/>
                  </a:lnTo>
                  <a:cubicBezTo>
                    <a:pt x="10940" y="3623"/>
                    <a:pt x="10883" y="3752"/>
                    <a:pt x="10883" y="3923"/>
                  </a:cubicBezTo>
                  <a:cubicBezTo>
                    <a:pt x="10883" y="4108"/>
                    <a:pt x="10997" y="4279"/>
                    <a:pt x="11240" y="4279"/>
                  </a:cubicBezTo>
                  <a:cubicBezTo>
                    <a:pt x="11468" y="4279"/>
                    <a:pt x="11596" y="4108"/>
                    <a:pt x="11596" y="3923"/>
                  </a:cubicBezTo>
                  <a:cubicBezTo>
                    <a:pt x="11596" y="3752"/>
                    <a:pt x="11539" y="3623"/>
                    <a:pt x="11354" y="3566"/>
                  </a:cubicBezTo>
                  <a:lnTo>
                    <a:pt x="11354"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4" name="Google Shape;751;p29"/>
            <p:cNvSpPr/>
            <p:nvPr/>
          </p:nvSpPr>
          <p:spPr>
            <a:xfrm rot="16200000">
              <a:off x="7958160" y="4726080"/>
              <a:ext cx="774360" cy="256680"/>
            </a:xfrm>
            <a:custGeom>
              <a:avLst/>
              <a:gdLst/>
              <a:ahLst/>
              <a:cxnLst/>
              <a:rect l="l" t="t" r="r" b="b"/>
              <a:pathLst>
                <a:path w="10399" h="3453">
                  <a:moveTo>
                    <a:pt x="1" y="1"/>
                  </a:moveTo>
                  <a:lnTo>
                    <a:pt x="1" y="243"/>
                  </a:lnTo>
                  <a:lnTo>
                    <a:pt x="9928" y="243"/>
                  </a:lnTo>
                  <a:lnTo>
                    <a:pt x="9928" y="2739"/>
                  </a:lnTo>
                  <a:cubicBezTo>
                    <a:pt x="9757" y="2796"/>
                    <a:pt x="9628" y="2925"/>
                    <a:pt x="9628" y="3096"/>
                  </a:cubicBezTo>
                  <a:cubicBezTo>
                    <a:pt x="9628" y="3281"/>
                    <a:pt x="9814" y="3452"/>
                    <a:pt x="10042" y="3452"/>
                  </a:cubicBezTo>
                  <a:cubicBezTo>
                    <a:pt x="10227" y="3452"/>
                    <a:pt x="10398" y="3281"/>
                    <a:pt x="10398" y="3096"/>
                  </a:cubicBezTo>
                  <a:cubicBezTo>
                    <a:pt x="10398" y="2925"/>
                    <a:pt x="10284" y="2796"/>
                    <a:pt x="10170" y="2739"/>
                  </a:cubicBezTo>
                  <a:lnTo>
                    <a:pt x="10170"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5" name="Google Shape;752;p29"/>
            <p:cNvSpPr/>
            <p:nvPr/>
          </p:nvSpPr>
          <p:spPr>
            <a:xfrm rot="16200000">
              <a:off x="7214400" y="4137480"/>
              <a:ext cx="1987560" cy="220680"/>
            </a:xfrm>
            <a:custGeom>
              <a:avLst/>
              <a:gdLst/>
              <a:ahLst/>
              <a:cxnLst/>
              <a:rect l="l" t="t" r="r" b="b"/>
              <a:pathLst>
                <a:path w="26687" h="2968">
                  <a:moveTo>
                    <a:pt x="1" y="0"/>
                  </a:moveTo>
                  <a:lnTo>
                    <a:pt x="1" y="243"/>
                  </a:lnTo>
                  <a:lnTo>
                    <a:pt x="12310" y="243"/>
                  </a:lnTo>
                  <a:lnTo>
                    <a:pt x="12310" y="2739"/>
                  </a:lnTo>
                  <a:lnTo>
                    <a:pt x="25973" y="2739"/>
                  </a:lnTo>
                  <a:cubicBezTo>
                    <a:pt x="26030" y="2910"/>
                    <a:pt x="26159" y="2967"/>
                    <a:pt x="26330" y="2967"/>
                  </a:cubicBezTo>
                  <a:cubicBezTo>
                    <a:pt x="26572" y="2967"/>
                    <a:pt x="26687" y="2853"/>
                    <a:pt x="26687" y="2611"/>
                  </a:cubicBezTo>
                  <a:cubicBezTo>
                    <a:pt x="26687" y="2439"/>
                    <a:pt x="26572" y="2254"/>
                    <a:pt x="26330" y="2254"/>
                  </a:cubicBezTo>
                  <a:cubicBezTo>
                    <a:pt x="26159" y="2254"/>
                    <a:pt x="26030" y="2382"/>
                    <a:pt x="25973" y="2496"/>
                  </a:cubicBezTo>
                  <a:lnTo>
                    <a:pt x="12538" y="2496"/>
                  </a:lnTo>
                  <a:lnTo>
                    <a:pt x="12538"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6" name="Google Shape;753;p29"/>
            <p:cNvSpPr/>
            <p:nvPr/>
          </p:nvSpPr>
          <p:spPr>
            <a:xfrm rot="16200000">
              <a:off x="7048800" y="4037400"/>
              <a:ext cx="2177640" cy="230400"/>
            </a:xfrm>
            <a:custGeom>
              <a:avLst/>
              <a:gdLst/>
              <a:ahLst/>
              <a:cxnLst/>
              <a:rect l="l" t="t" r="r" b="b"/>
              <a:pathLst>
                <a:path w="29240" h="3096">
                  <a:moveTo>
                    <a:pt x="1" y="1"/>
                  </a:moveTo>
                  <a:lnTo>
                    <a:pt x="1" y="243"/>
                  </a:lnTo>
                  <a:lnTo>
                    <a:pt x="13436" y="243"/>
                  </a:lnTo>
                  <a:lnTo>
                    <a:pt x="13436" y="2853"/>
                  </a:lnTo>
                  <a:lnTo>
                    <a:pt x="28526" y="2853"/>
                  </a:lnTo>
                  <a:cubicBezTo>
                    <a:pt x="28526" y="2967"/>
                    <a:pt x="28712" y="3096"/>
                    <a:pt x="28883" y="3096"/>
                  </a:cubicBezTo>
                  <a:cubicBezTo>
                    <a:pt x="29068" y="3096"/>
                    <a:pt x="29240" y="2910"/>
                    <a:pt x="29240" y="2739"/>
                  </a:cubicBezTo>
                  <a:cubicBezTo>
                    <a:pt x="29240" y="2497"/>
                    <a:pt x="29068" y="2326"/>
                    <a:pt x="28883" y="2326"/>
                  </a:cubicBezTo>
                  <a:cubicBezTo>
                    <a:pt x="28712" y="2326"/>
                    <a:pt x="28526" y="2440"/>
                    <a:pt x="28526" y="2611"/>
                  </a:cubicBezTo>
                  <a:lnTo>
                    <a:pt x="13679" y="2611"/>
                  </a:lnTo>
                  <a:lnTo>
                    <a:pt x="13679"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7" name="Google Shape;754;p29"/>
            <p:cNvSpPr/>
            <p:nvPr/>
          </p:nvSpPr>
          <p:spPr>
            <a:xfrm rot="16200000">
              <a:off x="7022160" y="4095000"/>
              <a:ext cx="2075760" cy="217440"/>
            </a:xfrm>
            <a:custGeom>
              <a:avLst/>
              <a:gdLst/>
              <a:ahLst/>
              <a:cxnLst/>
              <a:rect l="l" t="t" r="r" b="b"/>
              <a:pathLst>
                <a:path w="27871" h="2925">
                  <a:moveTo>
                    <a:pt x="1" y="0"/>
                  </a:moveTo>
                  <a:lnTo>
                    <a:pt x="1" y="243"/>
                  </a:lnTo>
                  <a:lnTo>
                    <a:pt x="14563" y="243"/>
                  </a:lnTo>
                  <a:lnTo>
                    <a:pt x="14563" y="2682"/>
                  </a:lnTo>
                  <a:lnTo>
                    <a:pt x="27157" y="2682"/>
                  </a:lnTo>
                  <a:cubicBezTo>
                    <a:pt x="27229" y="2853"/>
                    <a:pt x="27343" y="2924"/>
                    <a:pt x="27514" y="2924"/>
                  </a:cubicBezTo>
                  <a:cubicBezTo>
                    <a:pt x="27756" y="2924"/>
                    <a:pt x="27870" y="2796"/>
                    <a:pt x="27870" y="2567"/>
                  </a:cubicBezTo>
                  <a:cubicBezTo>
                    <a:pt x="27870" y="2382"/>
                    <a:pt x="27756" y="2211"/>
                    <a:pt x="27514" y="2211"/>
                  </a:cubicBezTo>
                  <a:cubicBezTo>
                    <a:pt x="27343" y="2211"/>
                    <a:pt x="27229" y="2325"/>
                    <a:pt x="27157" y="2439"/>
                  </a:cubicBezTo>
                  <a:lnTo>
                    <a:pt x="14806" y="2439"/>
                  </a:lnTo>
                  <a:lnTo>
                    <a:pt x="14806"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8" name="Google Shape;755;p29"/>
            <p:cNvSpPr/>
            <p:nvPr/>
          </p:nvSpPr>
          <p:spPr>
            <a:xfrm rot="16200000">
              <a:off x="6863040" y="4268160"/>
              <a:ext cx="1889640" cy="57240"/>
            </a:xfrm>
            <a:custGeom>
              <a:avLst/>
              <a:gdLst/>
              <a:ahLst/>
              <a:cxnLst/>
              <a:rect l="l" t="t" r="r" b="b"/>
              <a:pathLst>
                <a:path w="25375" h="771">
                  <a:moveTo>
                    <a:pt x="25018" y="1"/>
                  </a:moveTo>
                  <a:cubicBezTo>
                    <a:pt x="24847" y="1"/>
                    <a:pt x="24733" y="115"/>
                    <a:pt x="24661" y="300"/>
                  </a:cubicBezTo>
                  <a:lnTo>
                    <a:pt x="1" y="300"/>
                  </a:lnTo>
                  <a:lnTo>
                    <a:pt x="1" y="528"/>
                  </a:lnTo>
                  <a:lnTo>
                    <a:pt x="24661" y="528"/>
                  </a:lnTo>
                  <a:cubicBezTo>
                    <a:pt x="24733" y="657"/>
                    <a:pt x="24847" y="771"/>
                    <a:pt x="25018" y="771"/>
                  </a:cubicBezTo>
                  <a:cubicBezTo>
                    <a:pt x="25260" y="771"/>
                    <a:pt x="25374" y="600"/>
                    <a:pt x="25374" y="414"/>
                  </a:cubicBezTo>
                  <a:cubicBezTo>
                    <a:pt x="25374" y="172"/>
                    <a:pt x="25260" y="1"/>
                    <a:pt x="25018"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99" name="Google Shape;756;p29"/>
            <p:cNvSpPr/>
            <p:nvPr/>
          </p:nvSpPr>
          <p:spPr>
            <a:xfrm rot="16200000">
              <a:off x="6944400" y="4407120"/>
              <a:ext cx="1611360" cy="57240"/>
            </a:xfrm>
            <a:custGeom>
              <a:avLst/>
              <a:gdLst/>
              <a:ahLst/>
              <a:cxnLst/>
              <a:rect l="l" t="t" r="r" b="b"/>
              <a:pathLst>
                <a:path w="21638" h="771">
                  <a:moveTo>
                    <a:pt x="21281" y="0"/>
                  </a:moveTo>
                  <a:cubicBezTo>
                    <a:pt x="21095" y="0"/>
                    <a:pt x="20924" y="114"/>
                    <a:pt x="20924" y="229"/>
                  </a:cubicBezTo>
                  <a:lnTo>
                    <a:pt x="1" y="229"/>
                  </a:lnTo>
                  <a:lnTo>
                    <a:pt x="1" y="471"/>
                  </a:lnTo>
                  <a:lnTo>
                    <a:pt x="20924" y="471"/>
                  </a:lnTo>
                  <a:cubicBezTo>
                    <a:pt x="20924" y="656"/>
                    <a:pt x="21095" y="771"/>
                    <a:pt x="21281" y="771"/>
                  </a:cubicBezTo>
                  <a:cubicBezTo>
                    <a:pt x="21452" y="771"/>
                    <a:pt x="21637" y="585"/>
                    <a:pt x="21637" y="357"/>
                  </a:cubicBezTo>
                  <a:cubicBezTo>
                    <a:pt x="21637" y="172"/>
                    <a:pt x="21452" y="0"/>
                    <a:pt x="21281"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100" name="Google Shape;757;p29"/>
          <p:cNvGrpSpPr/>
          <p:nvPr/>
        </p:nvGrpSpPr>
        <p:grpSpPr>
          <a:xfrm>
            <a:off x="8343000" y="2484000"/>
            <a:ext cx="796680" cy="2956320"/>
            <a:chOff x="8343000" y="2484000"/>
            <a:chExt cx="796680" cy="2956320"/>
          </a:xfrm>
        </p:grpSpPr>
        <p:sp>
          <p:nvSpPr>
            <p:cNvPr id="101" name="Google Shape;758;p29"/>
            <p:cNvSpPr/>
            <p:nvPr/>
          </p:nvSpPr>
          <p:spPr>
            <a:xfrm rot="16200000">
              <a:off x="8723520" y="4201200"/>
              <a:ext cx="765720" cy="65520"/>
            </a:xfrm>
            <a:custGeom>
              <a:avLst/>
              <a:gdLst/>
              <a:ahLst/>
              <a:cxnLst/>
              <a:rect l="l" t="t" r="r" b="b"/>
              <a:pathLst>
                <a:path w="10284" h="885">
                  <a:moveTo>
                    <a:pt x="9927" y="0"/>
                  </a:moveTo>
                  <a:cubicBezTo>
                    <a:pt x="9742" y="0"/>
                    <a:pt x="9628" y="114"/>
                    <a:pt x="9571" y="242"/>
                  </a:cubicBezTo>
                  <a:lnTo>
                    <a:pt x="0" y="242"/>
                  </a:lnTo>
                  <a:lnTo>
                    <a:pt x="0" y="884"/>
                  </a:lnTo>
                  <a:lnTo>
                    <a:pt x="243" y="884"/>
                  </a:lnTo>
                  <a:lnTo>
                    <a:pt x="243" y="471"/>
                  </a:lnTo>
                  <a:lnTo>
                    <a:pt x="9571" y="471"/>
                  </a:lnTo>
                  <a:cubicBezTo>
                    <a:pt x="9628" y="656"/>
                    <a:pt x="9742" y="770"/>
                    <a:pt x="9927" y="770"/>
                  </a:cubicBezTo>
                  <a:cubicBezTo>
                    <a:pt x="10155" y="770"/>
                    <a:pt x="10284" y="599"/>
                    <a:pt x="10284" y="357"/>
                  </a:cubicBezTo>
                  <a:cubicBezTo>
                    <a:pt x="10284" y="171"/>
                    <a:pt x="10155" y="0"/>
                    <a:pt x="9927"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2" name="Google Shape;759;p29"/>
            <p:cNvSpPr/>
            <p:nvPr/>
          </p:nvSpPr>
          <p:spPr>
            <a:xfrm rot="16200000">
              <a:off x="8566200" y="2942280"/>
              <a:ext cx="1031400" cy="114480"/>
            </a:xfrm>
            <a:custGeom>
              <a:avLst/>
              <a:gdLst/>
              <a:ahLst/>
              <a:cxnLst/>
              <a:rect l="l" t="t" r="r" b="b"/>
              <a:pathLst>
                <a:path w="13851" h="1542">
                  <a:moveTo>
                    <a:pt x="13494" y="1"/>
                  </a:moveTo>
                  <a:cubicBezTo>
                    <a:pt x="13322" y="1"/>
                    <a:pt x="13137" y="58"/>
                    <a:pt x="13137" y="243"/>
                  </a:cubicBezTo>
                  <a:lnTo>
                    <a:pt x="1" y="243"/>
                  </a:lnTo>
                  <a:lnTo>
                    <a:pt x="1" y="1541"/>
                  </a:lnTo>
                  <a:lnTo>
                    <a:pt x="243" y="1541"/>
                  </a:lnTo>
                  <a:lnTo>
                    <a:pt x="243" y="472"/>
                  </a:lnTo>
                  <a:lnTo>
                    <a:pt x="13137" y="472"/>
                  </a:lnTo>
                  <a:cubicBezTo>
                    <a:pt x="13137" y="600"/>
                    <a:pt x="13322" y="714"/>
                    <a:pt x="13494" y="714"/>
                  </a:cubicBezTo>
                  <a:cubicBezTo>
                    <a:pt x="13679" y="714"/>
                    <a:pt x="13850" y="543"/>
                    <a:pt x="13850" y="357"/>
                  </a:cubicBezTo>
                  <a:cubicBezTo>
                    <a:pt x="13850" y="115"/>
                    <a:pt x="13679" y="1"/>
                    <a:pt x="13494"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3" name="Google Shape;760;p29"/>
            <p:cNvSpPr/>
            <p:nvPr/>
          </p:nvSpPr>
          <p:spPr>
            <a:xfrm rot="16200000">
              <a:off x="8710200" y="3169800"/>
              <a:ext cx="677520" cy="180360"/>
            </a:xfrm>
            <a:custGeom>
              <a:avLst/>
              <a:gdLst/>
              <a:ahLst/>
              <a:cxnLst/>
              <a:rect l="l" t="t" r="r" b="b"/>
              <a:pathLst>
                <a:path w="9100" h="2426">
                  <a:moveTo>
                    <a:pt x="8686" y="1"/>
                  </a:moveTo>
                  <a:cubicBezTo>
                    <a:pt x="8558" y="1"/>
                    <a:pt x="8387" y="115"/>
                    <a:pt x="8330" y="229"/>
                  </a:cubicBezTo>
                  <a:lnTo>
                    <a:pt x="0" y="229"/>
                  </a:lnTo>
                  <a:lnTo>
                    <a:pt x="0" y="2425"/>
                  </a:lnTo>
                  <a:lnTo>
                    <a:pt x="243" y="2425"/>
                  </a:lnTo>
                  <a:lnTo>
                    <a:pt x="243" y="471"/>
                  </a:lnTo>
                  <a:lnTo>
                    <a:pt x="8330" y="471"/>
                  </a:lnTo>
                  <a:cubicBezTo>
                    <a:pt x="8387" y="642"/>
                    <a:pt x="8558" y="771"/>
                    <a:pt x="8686" y="771"/>
                  </a:cubicBezTo>
                  <a:cubicBezTo>
                    <a:pt x="8914" y="771"/>
                    <a:pt x="9100" y="585"/>
                    <a:pt x="9100" y="357"/>
                  </a:cubicBezTo>
                  <a:cubicBezTo>
                    <a:pt x="9100" y="172"/>
                    <a:pt x="8914" y="1"/>
                    <a:pt x="8686"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4" name="Google Shape;761;p29"/>
            <p:cNvSpPr/>
            <p:nvPr/>
          </p:nvSpPr>
          <p:spPr>
            <a:xfrm rot="16200000">
              <a:off x="8529480" y="3076920"/>
              <a:ext cx="968760" cy="251640"/>
            </a:xfrm>
            <a:custGeom>
              <a:avLst/>
              <a:gdLst/>
              <a:ahLst/>
              <a:cxnLst/>
              <a:rect l="l" t="t" r="r" b="b"/>
              <a:pathLst>
                <a:path w="13009" h="3381">
                  <a:moveTo>
                    <a:pt x="12594" y="0"/>
                  </a:moveTo>
                  <a:cubicBezTo>
                    <a:pt x="12480" y="0"/>
                    <a:pt x="12295" y="114"/>
                    <a:pt x="12238" y="242"/>
                  </a:cubicBezTo>
                  <a:lnTo>
                    <a:pt x="0" y="242"/>
                  </a:lnTo>
                  <a:lnTo>
                    <a:pt x="0" y="3380"/>
                  </a:lnTo>
                  <a:lnTo>
                    <a:pt x="243" y="3380"/>
                  </a:lnTo>
                  <a:lnTo>
                    <a:pt x="243" y="471"/>
                  </a:lnTo>
                  <a:lnTo>
                    <a:pt x="12238" y="471"/>
                  </a:lnTo>
                  <a:cubicBezTo>
                    <a:pt x="12295" y="656"/>
                    <a:pt x="12480" y="770"/>
                    <a:pt x="12594" y="770"/>
                  </a:cubicBezTo>
                  <a:cubicBezTo>
                    <a:pt x="12837" y="770"/>
                    <a:pt x="13008" y="599"/>
                    <a:pt x="13008" y="357"/>
                  </a:cubicBezTo>
                  <a:cubicBezTo>
                    <a:pt x="13008" y="171"/>
                    <a:pt x="12837" y="0"/>
                    <a:pt x="12594"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5" name="Google Shape;762;p29"/>
            <p:cNvSpPr/>
            <p:nvPr/>
          </p:nvSpPr>
          <p:spPr>
            <a:xfrm rot="16200000">
              <a:off x="8610840" y="3234240"/>
              <a:ext cx="721080" cy="335520"/>
            </a:xfrm>
            <a:custGeom>
              <a:avLst/>
              <a:gdLst/>
              <a:ahLst/>
              <a:cxnLst/>
              <a:rect l="l" t="t" r="r" b="b"/>
              <a:pathLst>
                <a:path w="9686" h="4508">
                  <a:moveTo>
                    <a:pt x="9329" y="0"/>
                  </a:moveTo>
                  <a:cubicBezTo>
                    <a:pt x="9157" y="0"/>
                    <a:pt x="8972" y="114"/>
                    <a:pt x="8972" y="300"/>
                  </a:cubicBezTo>
                  <a:lnTo>
                    <a:pt x="1" y="300"/>
                  </a:lnTo>
                  <a:lnTo>
                    <a:pt x="1" y="4507"/>
                  </a:lnTo>
                  <a:lnTo>
                    <a:pt x="243" y="4507"/>
                  </a:lnTo>
                  <a:lnTo>
                    <a:pt x="243" y="528"/>
                  </a:lnTo>
                  <a:lnTo>
                    <a:pt x="8972" y="528"/>
                  </a:lnTo>
                  <a:cubicBezTo>
                    <a:pt x="8972" y="656"/>
                    <a:pt x="9157" y="770"/>
                    <a:pt x="9329" y="770"/>
                  </a:cubicBezTo>
                  <a:cubicBezTo>
                    <a:pt x="9514" y="770"/>
                    <a:pt x="9685" y="585"/>
                    <a:pt x="9685" y="414"/>
                  </a:cubicBezTo>
                  <a:cubicBezTo>
                    <a:pt x="9685" y="171"/>
                    <a:pt x="9514" y="0"/>
                    <a:pt x="9329"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6" name="Google Shape;763;p29"/>
            <p:cNvSpPr/>
            <p:nvPr/>
          </p:nvSpPr>
          <p:spPr>
            <a:xfrm rot="16200000">
              <a:off x="8015400" y="3568320"/>
              <a:ext cx="1828080" cy="419400"/>
            </a:xfrm>
            <a:custGeom>
              <a:avLst/>
              <a:gdLst/>
              <a:ahLst/>
              <a:cxnLst/>
              <a:rect l="l" t="t" r="r" b="b"/>
              <a:pathLst>
                <a:path w="24548" h="5635">
                  <a:moveTo>
                    <a:pt x="24190" y="0"/>
                  </a:moveTo>
                  <a:cubicBezTo>
                    <a:pt x="24005" y="0"/>
                    <a:pt x="23834" y="115"/>
                    <a:pt x="23834" y="229"/>
                  </a:cubicBezTo>
                  <a:lnTo>
                    <a:pt x="11525" y="229"/>
                  </a:lnTo>
                  <a:lnTo>
                    <a:pt x="11525" y="4151"/>
                  </a:lnTo>
                  <a:lnTo>
                    <a:pt x="1" y="4151"/>
                  </a:lnTo>
                  <a:lnTo>
                    <a:pt x="1" y="5634"/>
                  </a:lnTo>
                  <a:lnTo>
                    <a:pt x="243" y="5634"/>
                  </a:lnTo>
                  <a:lnTo>
                    <a:pt x="243" y="4393"/>
                  </a:lnTo>
                  <a:lnTo>
                    <a:pt x="11768" y="4393"/>
                  </a:lnTo>
                  <a:lnTo>
                    <a:pt x="11768" y="471"/>
                  </a:lnTo>
                  <a:lnTo>
                    <a:pt x="23834" y="471"/>
                  </a:lnTo>
                  <a:cubicBezTo>
                    <a:pt x="23834" y="642"/>
                    <a:pt x="24005" y="771"/>
                    <a:pt x="24190" y="771"/>
                  </a:cubicBezTo>
                  <a:cubicBezTo>
                    <a:pt x="24362" y="771"/>
                    <a:pt x="24547" y="585"/>
                    <a:pt x="24547" y="357"/>
                  </a:cubicBezTo>
                  <a:cubicBezTo>
                    <a:pt x="24547" y="172"/>
                    <a:pt x="24362" y="0"/>
                    <a:pt x="24190"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7" name="Google Shape;764;p29"/>
            <p:cNvSpPr/>
            <p:nvPr/>
          </p:nvSpPr>
          <p:spPr>
            <a:xfrm rot="16200000">
              <a:off x="7409520" y="3882600"/>
              <a:ext cx="2761920" cy="353520"/>
            </a:xfrm>
            <a:custGeom>
              <a:avLst/>
              <a:gdLst/>
              <a:ahLst/>
              <a:cxnLst/>
              <a:rect l="l" t="t" r="r" b="b"/>
              <a:pathLst>
                <a:path w="37085" h="4750">
                  <a:moveTo>
                    <a:pt x="36670" y="0"/>
                  </a:moveTo>
                  <a:cubicBezTo>
                    <a:pt x="36542" y="0"/>
                    <a:pt x="36371" y="114"/>
                    <a:pt x="36314" y="228"/>
                  </a:cubicBezTo>
                  <a:lnTo>
                    <a:pt x="20325" y="228"/>
                  </a:lnTo>
                  <a:lnTo>
                    <a:pt x="20325" y="4507"/>
                  </a:lnTo>
                  <a:lnTo>
                    <a:pt x="1" y="4507"/>
                  </a:lnTo>
                  <a:lnTo>
                    <a:pt x="1" y="4750"/>
                  </a:lnTo>
                  <a:lnTo>
                    <a:pt x="20568" y="4750"/>
                  </a:lnTo>
                  <a:lnTo>
                    <a:pt x="20568" y="471"/>
                  </a:lnTo>
                  <a:lnTo>
                    <a:pt x="36314" y="471"/>
                  </a:lnTo>
                  <a:cubicBezTo>
                    <a:pt x="36371" y="642"/>
                    <a:pt x="36542" y="713"/>
                    <a:pt x="36670" y="713"/>
                  </a:cubicBezTo>
                  <a:cubicBezTo>
                    <a:pt x="36899" y="713"/>
                    <a:pt x="37084" y="585"/>
                    <a:pt x="37084" y="357"/>
                  </a:cubicBezTo>
                  <a:cubicBezTo>
                    <a:pt x="37084" y="171"/>
                    <a:pt x="36899" y="0"/>
                    <a:pt x="36670"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8" name="Google Shape;765;p29"/>
            <p:cNvSpPr/>
            <p:nvPr/>
          </p:nvSpPr>
          <p:spPr>
            <a:xfrm rot="16200000">
              <a:off x="7581600" y="4129920"/>
              <a:ext cx="2257560" cy="363240"/>
            </a:xfrm>
            <a:custGeom>
              <a:avLst/>
              <a:gdLst/>
              <a:ahLst/>
              <a:cxnLst/>
              <a:rect l="l" t="t" r="r" b="b"/>
              <a:pathLst>
                <a:path w="30310" h="4879">
                  <a:moveTo>
                    <a:pt x="29896" y="0"/>
                  </a:moveTo>
                  <a:cubicBezTo>
                    <a:pt x="29767" y="0"/>
                    <a:pt x="29596" y="71"/>
                    <a:pt x="29539" y="243"/>
                  </a:cubicBezTo>
                  <a:lnTo>
                    <a:pt x="18956" y="243"/>
                  </a:lnTo>
                  <a:lnTo>
                    <a:pt x="18956" y="4636"/>
                  </a:lnTo>
                  <a:lnTo>
                    <a:pt x="1" y="4636"/>
                  </a:lnTo>
                  <a:lnTo>
                    <a:pt x="1" y="4878"/>
                  </a:lnTo>
                  <a:lnTo>
                    <a:pt x="19198" y="4878"/>
                  </a:lnTo>
                  <a:lnTo>
                    <a:pt x="19198" y="485"/>
                  </a:lnTo>
                  <a:lnTo>
                    <a:pt x="29539" y="485"/>
                  </a:lnTo>
                  <a:cubicBezTo>
                    <a:pt x="29596" y="599"/>
                    <a:pt x="29767" y="713"/>
                    <a:pt x="29896" y="713"/>
                  </a:cubicBezTo>
                  <a:cubicBezTo>
                    <a:pt x="30124" y="713"/>
                    <a:pt x="30309" y="542"/>
                    <a:pt x="30309" y="357"/>
                  </a:cubicBezTo>
                  <a:cubicBezTo>
                    <a:pt x="30309" y="129"/>
                    <a:pt x="30124" y="0"/>
                    <a:pt x="29896"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09" name="Google Shape;766;p29"/>
            <p:cNvSpPr/>
            <p:nvPr/>
          </p:nvSpPr>
          <p:spPr>
            <a:xfrm rot="16200000">
              <a:off x="7935840" y="4745520"/>
              <a:ext cx="1164240" cy="225000"/>
            </a:xfrm>
            <a:custGeom>
              <a:avLst/>
              <a:gdLst/>
              <a:ahLst/>
              <a:cxnLst/>
              <a:rect l="l" t="t" r="r" b="b"/>
              <a:pathLst>
                <a:path w="15633" h="3025">
                  <a:moveTo>
                    <a:pt x="15219" y="1"/>
                  </a:moveTo>
                  <a:cubicBezTo>
                    <a:pt x="15034" y="1"/>
                    <a:pt x="14863" y="115"/>
                    <a:pt x="14863" y="357"/>
                  </a:cubicBezTo>
                  <a:cubicBezTo>
                    <a:pt x="14863" y="528"/>
                    <a:pt x="14977" y="714"/>
                    <a:pt x="15219" y="714"/>
                  </a:cubicBezTo>
                  <a:lnTo>
                    <a:pt x="15219" y="2796"/>
                  </a:lnTo>
                  <a:lnTo>
                    <a:pt x="1" y="2796"/>
                  </a:lnTo>
                  <a:lnTo>
                    <a:pt x="1" y="3024"/>
                  </a:lnTo>
                  <a:lnTo>
                    <a:pt x="15447" y="3024"/>
                  </a:lnTo>
                  <a:lnTo>
                    <a:pt x="15447" y="657"/>
                  </a:lnTo>
                  <a:cubicBezTo>
                    <a:pt x="15504" y="585"/>
                    <a:pt x="15633" y="471"/>
                    <a:pt x="15633" y="357"/>
                  </a:cubicBezTo>
                  <a:cubicBezTo>
                    <a:pt x="15633" y="115"/>
                    <a:pt x="15447" y="1"/>
                    <a:pt x="15219"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0" name="Google Shape;767;p29"/>
            <p:cNvSpPr/>
            <p:nvPr/>
          </p:nvSpPr>
          <p:spPr>
            <a:xfrm rot="16200000">
              <a:off x="7427160" y="4059360"/>
              <a:ext cx="2398680" cy="363240"/>
            </a:xfrm>
            <a:custGeom>
              <a:avLst/>
              <a:gdLst/>
              <a:ahLst/>
              <a:cxnLst/>
              <a:rect l="l" t="t" r="r" b="b"/>
              <a:pathLst>
                <a:path w="32207" h="4879">
                  <a:moveTo>
                    <a:pt x="31850" y="0"/>
                  </a:moveTo>
                  <a:cubicBezTo>
                    <a:pt x="31678" y="0"/>
                    <a:pt x="31493" y="57"/>
                    <a:pt x="31493" y="243"/>
                  </a:cubicBezTo>
                  <a:lnTo>
                    <a:pt x="17715" y="243"/>
                  </a:lnTo>
                  <a:lnTo>
                    <a:pt x="17715" y="4636"/>
                  </a:lnTo>
                  <a:lnTo>
                    <a:pt x="1" y="4636"/>
                  </a:lnTo>
                  <a:lnTo>
                    <a:pt x="1" y="4878"/>
                  </a:lnTo>
                  <a:lnTo>
                    <a:pt x="17943" y="4878"/>
                  </a:lnTo>
                  <a:lnTo>
                    <a:pt x="17943" y="485"/>
                  </a:lnTo>
                  <a:lnTo>
                    <a:pt x="31493" y="485"/>
                  </a:lnTo>
                  <a:cubicBezTo>
                    <a:pt x="31493" y="599"/>
                    <a:pt x="31678" y="714"/>
                    <a:pt x="31850" y="714"/>
                  </a:cubicBezTo>
                  <a:cubicBezTo>
                    <a:pt x="32035" y="714"/>
                    <a:pt x="32206" y="542"/>
                    <a:pt x="32206" y="357"/>
                  </a:cubicBezTo>
                  <a:cubicBezTo>
                    <a:pt x="32206" y="129"/>
                    <a:pt x="32035" y="0"/>
                    <a:pt x="31850"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1" name="Google Shape;768;p29"/>
            <p:cNvSpPr/>
            <p:nvPr/>
          </p:nvSpPr>
          <p:spPr>
            <a:xfrm rot="16200000">
              <a:off x="7214040" y="3944160"/>
              <a:ext cx="2625120" cy="367200"/>
            </a:xfrm>
            <a:custGeom>
              <a:avLst/>
              <a:gdLst/>
              <a:ahLst/>
              <a:cxnLst/>
              <a:rect l="l" t="t" r="r" b="b"/>
              <a:pathLst>
                <a:path w="35245" h="4936">
                  <a:moveTo>
                    <a:pt x="34831" y="0"/>
                  </a:moveTo>
                  <a:cubicBezTo>
                    <a:pt x="34702" y="0"/>
                    <a:pt x="34531" y="71"/>
                    <a:pt x="34474" y="243"/>
                  </a:cubicBezTo>
                  <a:lnTo>
                    <a:pt x="16403" y="243"/>
                  </a:lnTo>
                  <a:lnTo>
                    <a:pt x="16403" y="4707"/>
                  </a:lnTo>
                  <a:lnTo>
                    <a:pt x="1" y="4707"/>
                  </a:lnTo>
                  <a:lnTo>
                    <a:pt x="1" y="4935"/>
                  </a:lnTo>
                  <a:lnTo>
                    <a:pt x="16645" y="4935"/>
                  </a:lnTo>
                  <a:lnTo>
                    <a:pt x="16645" y="485"/>
                  </a:lnTo>
                  <a:lnTo>
                    <a:pt x="34474" y="485"/>
                  </a:lnTo>
                  <a:cubicBezTo>
                    <a:pt x="34531" y="599"/>
                    <a:pt x="34702" y="713"/>
                    <a:pt x="34831" y="713"/>
                  </a:cubicBezTo>
                  <a:cubicBezTo>
                    <a:pt x="35059" y="713"/>
                    <a:pt x="35244" y="542"/>
                    <a:pt x="35244" y="357"/>
                  </a:cubicBezTo>
                  <a:cubicBezTo>
                    <a:pt x="35244" y="129"/>
                    <a:pt x="35059" y="0"/>
                    <a:pt x="34831"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112" name="Google Shape;769;p29"/>
          <p:cNvGrpSpPr/>
          <p:nvPr/>
        </p:nvGrpSpPr>
        <p:grpSpPr>
          <a:xfrm>
            <a:off x="8078040" y="-1139760"/>
            <a:ext cx="1061640" cy="2547360"/>
            <a:chOff x="8078040" y="-1139760"/>
            <a:chExt cx="1061640" cy="2547360"/>
          </a:xfrm>
        </p:grpSpPr>
        <p:sp>
          <p:nvSpPr>
            <p:cNvPr id="113" name="Google Shape;770;p29"/>
            <p:cNvSpPr/>
            <p:nvPr/>
          </p:nvSpPr>
          <p:spPr>
            <a:xfrm rot="5400000">
              <a:off x="7963560" y="-166320"/>
              <a:ext cx="2149200" cy="202680"/>
            </a:xfrm>
            <a:custGeom>
              <a:avLst/>
              <a:gdLst/>
              <a:ahLst/>
              <a:cxnLst/>
              <a:rect l="l" t="t" r="r" b="b"/>
              <a:pathLst>
                <a:path w="30196" h="2854">
                  <a:moveTo>
                    <a:pt x="15276" y="1"/>
                  </a:moveTo>
                  <a:lnTo>
                    <a:pt x="12666" y="2625"/>
                  </a:lnTo>
                  <a:lnTo>
                    <a:pt x="1" y="2625"/>
                  </a:lnTo>
                  <a:lnTo>
                    <a:pt x="1" y="2854"/>
                  </a:lnTo>
                  <a:lnTo>
                    <a:pt x="12780" y="2854"/>
                  </a:lnTo>
                  <a:lnTo>
                    <a:pt x="15390" y="243"/>
                  </a:lnTo>
                  <a:lnTo>
                    <a:pt x="23235" y="243"/>
                  </a:lnTo>
                  <a:lnTo>
                    <a:pt x="25374" y="2383"/>
                  </a:lnTo>
                  <a:lnTo>
                    <a:pt x="29425" y="2383"/>
                  </a:lnTo>
                  <a:cubicBezTo>
                    <a:pt x="29482" y="2554"/>
                    <a:pt x="29596" y="2625"/>
                    <a:pt x="29782" y="2625"/>
                  </a:cubicBezTo>
                  <a:cubicBezTo>
                    <a:pt x="30010" y="2625"/>
                    <a:pt x="30195" y="2497"/>
                    <a:pt x="30195" y="2269"/>
                  </a:cubicBezTo>
                  <a:cubicBezTo>
                    <a:pt x="30195" y="2083"/>
                    <a:pt x="30010" y="1912"/>
                    <a:pt x="29782" y="1912"/>
                  </a:cubicBezTo>
                  <a:cubicBezTo>
                    <a:pt x="29653" y="1912"/>
                    <a:pt x="29482" y="1969"/>
                    <a:pt x="29425" y="2140"/>
                  </a:cubicBezTo>
                  <a:lnTo>
                    <a:pt x="25503" y="2140"/>
                  </a:lnTo>
                  <a:lnTo>
                    <a:pt x="23306"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4" name="Google Shape;771;p29"/>
            <p:cNvSpPr/>
            <p:nvPr/>
          </p:nvSpPr>
          <p:spPr>
            <a:xfrm rot="5400000">
              <a:off x="8107560" y="-640080"/>
              <a:ext cx="1053720" cy="54360"/>
            </a:xfrm>
            <a:custGeom>
              <a:avLst/>
              <a:gdLst/>
              <a:ahLst/>
              <a:cxnLst/>
              <a:rect l="l" t="t" r="r" b="b"/>
              <a:pathLst>
                <a:path w="14806" h="771">
                  <a:moveTo>
                    <a:pt x="14392" y="1"/>
                  </a:moveTo>
                  <a:cubicBezTo>
                    <a:pt x="14264" y="1"/>
                    <a:pt x="14092" y="115"/>
                    <a:pt x="14035" y="300"/>
                  </a:cubicBezTo>
                  <a:lnTo>
                    <a:pt x="1" y="300"/>
                  </a:lnTo>
                  <a:lnTo>
                    <a:pt x="1" y="543"/>
                  </a:lnTo>
                  <a:lnTo>
                    <a:pt x="14035" y="543"/>
                  </a:lnTo>
                  <a:cubicBezTo>
                    <a:pt x="14092" y="657"/>
                    <a:pt x="14264" y="771"/>
                    <a:pt x="14392" y="771"/>
                  </a:cubicBezTo>
                  <a:cubicBezTo>
                    <a:pt x="14620" y="771"/>
                    <a:pt x="14806" y="600"/>
                    <a:pt x="14806" y="414"/>
                  </a:cubicBezTo>
                  <a:cubicBezTo>
                    <a:pt x="14806" y="186"/>
                    <a:pt x="14620" y="1"/>
                    <a:pt x="14392"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5" name="Google Shape;772;p29"/>
            <p:cNvSpPr/>
            <p:nvPr/>
          </p:nvSpPr>
          <p:spPr>
            <a:xfrm rot="5400000">
              <a:off x="7845480" y="-907200"/>
              <a:ext cx="739800" cy="274680"/>
            </a:xfrm>
            <a:custGeom>
              <a:avLst/>
              <a:gdLst/>
              <a:ahLst/>
              <a:cxnLst/>
              <a:rect l="l" t="t" r="r" b="b"/>
              <a:pathLst>
                <a:path w="10399" h="3866">
                  <a:moveTo>
                    <a:pt x="1" y="1"/>
                  </a:moveTo>
                  <a:lnTo>
                    <a:pt x="1" y="243"/>
                  </a:lnTo>
                  <a:lnTo>
                    <a:pt x="9928" y="243"/>
                  </a:lnTo>
                  <a:lnTo>
                    <a:pt x="9928" y="3153"/>
                  </a:lnTo>
                  <a:cubicBezTo>
                    <a:pt x="9757" y="3153"/>
                    <a:pt x="9628" y="3338"/>
                    <a:pt x="9628" y="3509"/>
                  </a:cubicBezTo>
                  <a:cubicBezTo>
                    <a:pt x="9628" y="3695"/>
                    <a:pt x="9814" y="3866"/>
                    <a:pt x="10042" y="3866"/>
                  </a:cubicBezTo>
                  <a:cubicBezTo>
                    <a:pt x="10227" y="3866"/>
                    <a:pt x="10398" y="3695"/>
                    <a:pt x="10398" y="3509"/>
                  </a:cubicBezTo>
                  <a:cubicBezTo>
                    <a:pt x="10398" y="3338"/>
                    <a:pt x="10284" y="3153"/>
                    <a:pt x="10170" y="3153"/>
                  </a:cubicBezTo>
                  <a:lnTo>
                    <a:pt x="10170"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6" name="Google Shape;773;p29"/>
            <p:cNvSpPr/>
            <p:nvPr/>
          </p:nvSpPr>
          <p:spPr>
            <a:xfrm rot="5400000">
              <a:off x="7326360" y="-366840"/>
              <a:ext cx="1865880" cy="320400"/>
            </a:xfrm>
            <a:custGeom>
              <a:avLst/>
              <a:gdLst/>
              <a:ahLst/>
              <a:cxnLst/>
              <a:rect l="l" t="t" r="r" b="b"/>
              <a:pathLst>
                <a:path w="26216" h="4508">
                  <a:moveTo>
                    <a:pt x="25859" y="0"/>
                  </a:moveTo>
                  <a:cubicBezTo>
                    <a:pt x="25674" y="0"/>
                    <a:pt x="25560" y="114"/>
                    <a:pt x="25503" y="229"/>
                  </a:cubicBezTo>
                  <a:lnTo>
                    <a:pt x="16531" y="229"/>
                  </a:lnTo>
                  <a:lnTo>
                    <a:pt x="12481" y="4279"/>
                  </a:lnTo>
                  <a:lnTo>
                    <a:pt x="11240" y="4279"/>
                  </a:lnTo>
                  <a:lnTo>
                    <a:pt x="11240" y="57"/>
                  </a:lnTo>
                  <a:lnTo>
                    <a:pt x="1" y="57"/>
                  </a:lnTo>
                  <a:lnTo>
                    <a:pt x="1" y="286"/>
                  </a:lnTo>
                  <a:lnTo>
                    <a:pt x="10997" y="286"/>
                  </a:lnTo>
                  <a:lnTo>
                    <a:pt x="10997" y="4507"/>
                  </a:lnTo>
                  <a:lnTo>
                    <a:pt x="12609" y="4507"/>
                  </a:lnTo>
                  <a:lnTo>
                    <a:pt x="16645" y="471"/>
                  </a:lnTo>
                  <a:lnTo>
                    <a:pt x="25503" y="471"/>
                  </a:lnTo>
                  <a:cubicBezTo>
                    <a:pt x="25560" y="642"/>
                    <a:pt x="25674" y="771"/>
                    <a:pt x="25859" y="771"/>
                  </a:cubicBezTo>
                  <a:cubicBezTo>
                    <a:pt x="26087" y="771"/>
                    <a:pt x="26216" y="585"/>
                    <a:pt x="26216" y="357"/>
                  </a:cubicBezTo>
                  <a:cubicBezTo>
                    <a:pt x="26216" y="171"/>
                    <a:pt x="26087" y="0"/>
                    <a:pt x="25859"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7" name="Google Shape;774;p29"/>
            <p:cNvSpPr/>
            <p:nvPr/>
          </p:nvSpPr>
          <p:spPr>
            <a:xfrm rot="5400000">
              <a:off x="7286760" y="-204480"/>
              <a:ext cx="2186640" cy="316440"/>
            </a:xfrm>
            <a:custGeom>
              <a:avLst/>
              <a:gdLst/>
              <a:ahLst/>
              <a:cxnLst/>
              <a:rect l="l" t="t" r="r" b="b"/>
              <a:pathLst>
                <a:path w="30723" h="4451">
                  <a:moveTo>
                    <a:pt x="30309" y="1"/>
                  </a:moveTo>
                  <a:cubicBezTo>
                    <a:pt x="30195" y="1"/>
                    <a:pt x="30010" y="115"/>
                    <a:pt x="29953" y="300"/>
                  </a:cubicBezTo>
                  <a:lnTo>
                    <a:pt x="16232" y="300"/>
                  </a:lnTo>
                  <a:lnTo>
                    <a:pt x="12609" y="3866"/>
                  </a:lnTo>
                  <a:lnTo>
                    <a:pt x="12609" y="714"/>
                  </a:lnTo>
                  <a:lnTo>
                    <a:pt x="1" y="714"/>
                  </a:lnTo>
                  <a:lnTo>
                    <a:pt x="1" y="956"/>
                  </a:lnTo>
                  <a:lnTo>
                    <a:pt x="12367" y="956"/>
                  </a:lnTo>
                  <a:lnTo>
                    <a:pt x="12367" y="4451"/>
                  </a:lnTo>
                  <a:lnTo>
                    <a:pt x="16346" y="528"/>
                  </a:lnTo>
                  <a:lnTo>
                    <a:pt x="29953" y="528"/>
                  </a:lnTo>
                  <a:cubicBezTo>
                    <a:pt x="30010" y="657"/>
                    <a:pt x="30195" y="771"/>
                    <a:pt x="30309" y="771"/>
                  </a:cubicBezTo>
                  <a:cubicBezTo>
                    <a:pt x="30552" y="771"/>
                    <a:pt x="30723" y="600"/>
                    <a:pt x="30723" y="414"/>
                  </a:cubicBezTo>
                  <a:cubicBezTo>
                    <a:pt x="30723" y="172"/>
                    <a:pt x="30552" y="1"/>
                    <a:pt x="30309"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8" name="Google Shape;775;p29"/>
            <p:cNvSpPr/>
            <p:nvPr/>
          </p:nvSpPr>
          <p:spPr>
            <a:xfrm rot="5400000">
              <a:off x="7517160" y="-248760"/>
              <a:ext cx="2018160" cy="236160"/>
            </a:xfrm>
            <a:custGeom>
              <a:avLst/>
              <a:gdLst/>
              <a:ahLst/>
              <a:cxnLst/>
              <a:rect l="l" t="t" r="r" b="b"/>
              <a:pathLst>
                <a:path w="28356" h="3324">
                  <a:moveTo>
                    <a:pt x="27942" y="0"/>
                  </a:moveTo>
                  <a:cubicBezTo>
                    <a:pt x="27813" y="0"/>
                    <a:pt x="27642" y="114"/>
                    <a:pt x="27585" y="228"/>
                  </a:cubicBezTo>
                  <a:lnTo>
                    <a:pt x="16175" y="228"/>
                  </a:lnTo>
                  <a:lnTo>
                    <a:pt x="13679" y="2796"/>
                  </a:lnTo>
                  <a:lnTo>
                    <a:pt x="13679" y="1127"/>
                  </a:lnTo>
                  <a:lnTo>
                    <a:pt x="1" y="1127"/>
                  </a:lnTo>
                  <a:lnTo>
                    <a:pt x="1" y="1369"/>
                  </a:lnTo>
                  <a:lnTo>
                    <a:pt x="13436" y="1369"/>
                  </a:lnTo>
                  <a:lnTo>
                    <a:pt x="13436" y="3323"/>
                  </a:lnTo>
                  <a:lnTo>
                    <a:pt x="16289" y="471"/>
                  </a:lnTo>
                  <a:lnTo>
                    <a:pt x="27585" y="471"/>
                  </a:lnTo>
                  <a:cubicBezTo>
                    <a:pt x="27642" y="656"/>
                    <a:pt x="27813" y="770"/>
                    <a:pt x="27942" y="770"/>
                  </a:cubicBezTo>
                  <a:cubicBezTo>
                    <a:pt x="28170" y="770"/>
                    <a:pt x="28355" y="585"/>
                    <a:pt x="28355" y="357"/>
                  </a:cubicBezTo>
                  <a:cubicBezTo>
                    <a:pt x="28355" y="171"/>
                    <a:pt x="28170" y="0"/>
                    <a:pt x="27942"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19" name="Google Shape;776;p29"/>
            <p:cNvSpPr/>
            <p:nvPr/>
          </p:nvSpPr>
          <p:spPr>
            <a:xfrm rot="5400000">
              <a:off x="7660440" y="-58320"/>
              <a:ext cx="2322720" cy="160200"/>
            </a:xfrm>
            <a:custGeom>
              <a:avLst/>
              <a:gdLst/>
              <a:ahLst/>
              <a:cxnLst/>
              <a:rect l="l" t="t" r="r" b="b"/>
              <a:pathLst>
                <a:path w="32635" h="2254">
                  <a:moveTo>
                    <a:pt x="16289" y="0"/>
                  </a:moveTo>
                  <a:lnTo>
                    <a:pt x="14321" y="1897"/>
                  </a:lnTo>
                  <a:lnTo>
                    <a:pt x="1" y="1897"/>
                  </a:lnTo>
                  <a:lnTo>
                    <a:pt x="1" y="2140"/>
                  </a:lnTo>
                  <a:lnTo>
                    <a:pt x="14449" y="2140"/>
                  </a:lnTo>
                  <a:lnTo>
                    <a:pt x="16346" y="229"/>
                  </a:lnTo>
                  <a:lnTo>
                    <a:pt x="21395" y="229"/>
                  </a:lnTo>
                  <a:lnTo>
                    <a:pt x="23178" y="2012"/>
                  </a:lnTo>
                  <a:lnTo>
                    <a:pt x="31864" y="2012"/>
                  </a:lnTo>
                  <a:cubicBezTo>
                    <a:pt x="31921" y="2197"/>
                    <a:pt x="32092" y="2254"/>
                    <a:pt x="32221" y="2254"/>
                  </a:cubicBezTo>
                  <a:cubicBezTo>
                    <a:pt x="32449" y="2254"/>
                    <a:pt x="32634" y="2140"/>
                    <a:pt x="32634" y="1897"/>
                  </a:cubicBezTo>
                  <a:cubicBezTo>
                    <a:pt x="32634" y="1655"/>
                    <a:pt x="32449" y="1541"/>
                    <a:pt x="32221" y="1541"/>
                  </a:cubicBezTo>
                  <a:cubicBezTo>
                    <a:pt x="32035" y="1541"/>
                    <a:pt x="31921" y="1655"/>
                    <a:pt x="31864" y="1783"/>
                  </a:cubicBezTo>
                  <a:lnTo>
                    <a:pt x="23306" y="1783"/>
                  </a:lnTo>
                  <a:lnTo>
                    <a:pt x="21523"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20" name="Google Shape;777;p29"/>
            <p:cNvSpPr/>
            <p:nvPr/>
          </p:nvSpPr>
          <p:spPr>
            <a:xfrm rot="5400000">
              <a:off x="7480800" y="53280"/>
              <a:ext cx="2547360" cy="161280"/>
            </a:xfrm>
            <a:custGeom>
              <a:avLst/>
              <a:gdLst/>
              <a:ahLst/>
              <a:cxnLst/>
              <a:rect l="l" t="t" r="r" b="b"/>
              <a:pathLst>
                <a:path w="35787" h="2269">
                  <a:moveTo>
                    <a:pt x="16703" y="1"/>
                  </a:moveTo>
                  <a:lnTo>
                    <a:pt x="14806" y="1841"/>
                  </a:lnTo>
                  <a:lnTo>
                    <a:pt x="1" y="1841"/>
                  </a:lnTo>
                  <a:lnTo>
                    <a:pt x="1" y="2083"/>
                  </a:lnTo>
                  <a:lnTo>
                    <a:pt x="14920" y="2083"/>
                  </a:lnTo>
                  <a:lnTo>
                    <a:pt x="16760" y="243"/>
                  </a:lnTo>
                  <a:lnTo>
                    <a:pt x="20810" y="243"/>
                  </a:lnTo>
                  <a:lnTo>
                    <a:pt x="22593" y="2026"/>
                  </a:lnTo>
                  <a:lnTo>
                    <a:pt x="35002" y="2026"/>
                  </a:lnTo>
                  <a:cubicBezTo>
                    <a:pt x="35073" y="2140"/>
                    <a:pt x="35244" y="2269"/>
                    <a:pt x="35358" y="2269"/>
                  </a:cubicBezTo>
                  <a:cubicBezTo>
                    <a:pt x="35601" y="2269"/>
                    <a:pt x="35786" y="2083"/>
                    <a:pt x="35786" y="1912"/>
                  </a:cubicBezTo>
                  <a:cubicBezTo>
                    <a:pt x="35786" y="1670"/>
                    <a:pt x="35601" y="1484"/>
                    <a:pt x="35358" y="1484"/>
                  </a:cubicBezTo>
                  <a:cubicBezTo>
                    <a:pt x="35244" y="1484"/>
                    <a:pt x="35073" y="1613"/>
                    <a:pt x="35002" y="1784"/>
                  </a:cubicBezTo>
                  <a:lnTo>
                    <a:pt x="22650" y="1784"/>
                  </a:lnTo>
                  <a:lnTo>
                    <a:pt x="20924"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21" name="Google Shape;778;p29"/>
            <p:cNvSpPr/>
            <p:nvPr/>
          </p:nvSpPr>
          <p:spPr>
            <a:xfrm rot="5400000">
              <a:off x="7669440" y="5040"/>
              <a:ext cx="2453760" cy="164160"/>
            </a:xfrm>
            <a:custGeom>
              <a:avLst/>
              <a:gdLst/>
              <a:ahLst/>
              <a:cxnLst/>
              <a:rect l="l" t="t" r="r" b="b"/>
              <a:pathLst>
                <a:path w="34475" h="2312">
                  <a:moveTo>
                    <a:pt x="15747" y="1"/>
                  </a:moveTo>
                  <a:lnTo>
                    <a:pt x="13679" y="2012"/>
                  </a:lnTo>
                  <a:lnTo>
                    <a:pt x="1" y="2012"/>
                  </a:lnTo>
                  <a:lnTo>
                    <a:pt x="1" y="2254"/>
                  </a:lnTo>
                  <a:lnTo>
                    <a:pt x="13793" y="2254"/>
                  </a:lnTo>
                  <a:lnTo>
                    <a:pt x="15818" y="229"/>
                  </a:lnTo>
                  <a:lnTo>
                    <a:pt x="22108" y="229"/>
                  </a:lnTo>
                  <a:lnTo>
                    <a:pt x="24019" y="2069"/>
                  </a:lnTo>
                  <a:lnTo>
                    <a:pt x="33761" y="2069"/>
                  </a:lnTo>
                  <a:cubicBezTo>
                    <a:pt x="33818" y="2197"/>
                    <a:pt x="33932" y="2311"/>
                    <a:pt x="34117" y="2311"/>
                  </a:cubicBezTo>
                  <a:cubicBezTo>
                    <a:pt x="34289" y="2311"/>
                    <a:pt x="34474" y="2140"/>
                    <a:pt x="34474" y="1955"/>
                  </a:cubicBezTo>
                  <a:cubicBezTo>
                    <a:pt x="34474" y="1712"/>
                    <a:pt x="34289" y="1541"/>
                    <a:pt x="34117" y="1541"/>
                  </a:cubicBezTo>
                  <a:cubicBezTo>
                    <a:pt x="33932" y="1541"/>
                    <a:pt x="33761" y="1655"/>
                    <a:pt x="33761" y="1841"/>
                  </a:cubicBezTo>
                  <a:lnTo>
                    <a:pt x="24076" y="1841"/>
                  </a:lnTo>
                  <a:lnTo>
                    <a:pt x="22237"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22" name="Google Shape;779;p29"/>
            <p:cNvSpPr/>
            <p:nvPr/>
          </p:nvSpPr>
          <p:spPr>
            <a:xfrm rot="5400000">
              <a:off x="7946640" y="-209160"/>
              <a:ext cx="2047680" cy="186480"/>
            </a:xfrm>
            <a:custGeom>
              <a:avLst/>
              <a:gdLst/>
              <a:ahLst/>
              <a:cxnLst/>
              <a:rect l="l" t="t" r="r" b="b"/>
              <a:pathLst>
                <a:path w="28769" h="2626">
                  <a:moveTo>
                    <a:pt x="15519" y="1"/>
                  </a:moveTo>
                  <a:lnTo>
                    <a:pt x="13137" y="2383"/>
                  </a:lnTo>
                  <a:lnTo>
                    <a:pt x="1" y="2383"/>
                  </a:lnTo>
                  <a:lnTo>
                    <a:pt x="1" y="2625"/>
                  </a:lnTo>
                  <a:lnTo>
                    <a:pt x="13251" y="2625"/>
                  </a:lnTo>
                  <a:lnTo>
                    <a:pt x="15633" y="243"/>
                  </a:lnTo>
                  <a:lnTo>
                    <a:pt x="22707" y="243"/>
                  </a:lnTo>
                  <a:lnTo>
                    <a:pt x="24547" y="2083"/>
                  </a:lnTo>
                  <a:lnTo>
                    <a:pt x="28056" y="2083"/>
                  </a:lnTo>
                  <a:cubicBezTo>
                    <a:pt x="28056" y="2268"/>
                    <a:pt x="28227" y="2383"/>
                    <a:pt x="28412" y="2383"/>
                  </a:cubicBezTo>
                  <a:cubicBezTo>
                    <a:pt x="28583" y="2383"/>
                    <a:pt x="28769" y="2197"/>
                    <a:pt x="28769" y="1969"/>
                  </a:cubicBezTo>
                  <a:cubicBezTo>
                    <a:pt x="28769" y="1784"/>
                    <a:pt x="28583" y="1612"/>
                    <a:pt x="28412" y="1612"/>
                  </a:cubicBezTo>
                  <a:cubicBezTo>
                    <a:pt x="28227" y="1612"/>
                    <a:pt x="28113" y="1726"/>
                    <a:pt x="28056" y="1841"/>
                  </a:cubicBezTo>
                  <a:lnTo>
                    <a:pt x="24661" y="1841"/>
                  </a:lnTo>
                  <a:lnTo>
                    <a:pt x="22821"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159" name="Google Shape;62;p3"/>
          <p:cNvSpPr/>
          <p:nvPr/>
        </p:nvSpPr>
        <p:spPr>
          <a:xfrm>
            <a:off x="219600" y="181080"/>
            <a:ext cx="8704800" cy="4780800"/>
          </a:xfrm>
          <a:prstGeom prst="roundRect">
            <a:avLst>
              <a:gd name="adj" fmla="val 5732"/>
            </a:avLst>
          </a:prstGeom>
          <a:gradFill rotWithShape="0">
            <a:gsLst>
              <a:gs pos="0">
                <a:srgbClr val="0F0F0F"/>
              </a:gs>
              <a:gs pos="100000">
                <a:srgbClr val="2E2E2E"/>
              </a:gs>
            </a:gsLst>
            <a:lin ang="8100000"/>
          </a:gradFill>
          <a:ln w="0">
            <a:noFill/>
          </a:ln>
        </p:spPr>
        <p:style>
          <a:lnRef idx="0">
            <a:scrgbClr r="0" g="0" b="0"/>
          </a:lnRef>
          <a:fillRef idx="0">
            <a:scrgbClr r="0" g="0" b="0"/>
          </a:fillRef>
          <a:effectRef idx="0">
            <a:scrgbClr r="0" g="0" b="0"/>
          </a:effectRef>
          <a:fontRef idx="minor"/>
        </p:style>
      </p:sp>
      <p:sp>
        <p:nvSpPr>
          <p:cNvPr id="160"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r>
              <a:rPr lang="en-US" sz="3000" b="0" strike="noStrike" spc="-1">
                <a:solidFill>
                  <a:srgbClr val="000000"/>
                </a:solidFill>
                <a:latin typeface="Arial"/>
              </a:rPr>
              <a:t>Click to edit the title text format</a:t>
            </a:r>
          </a:p>
        </p:txBody>
      </p:sp>
      <p:grpSp>
        <p:nvGrpSpPr>
          <p:cNvPr id="161" name="Google Shape;64;p3"/>
          <p:cNvGrpSpPr/>
          <p:nvPr/>
        </p:nvGrpSpPr>
        <p:grpSpPr>
          <a:xfrm>
            <a:off x="0" y="4690800"/>
            <a:ext cx="2538720" cy="209520"/>
            <a:chOff x="0" y="4690800"/>
            <a:chExt cx="2538720" cy="209520"/>
          </a:xfrm>
        </p:grpSpPr>
        <p:sp>
          <p:nvSpPr>
            <p:cNvPr id="162" name="Google Shape;65;p3"/>
            <p:cNvSpPr/>
            <p:nvPr/>
          </p:nvSpPr>
          <p:spPr>
            <a:xfrm>
              <a:off x="0" y="4772160"/>
              <a:ext cx="2329920" cy="128160"/>
            </a:xfrm>
            <a:custGeom>
              <a:avLst/>
              <a:gdLst/>
              <a:ahLst/>
              <a:cxnLst/>
              <a:rect l="l" t="t" r="r" b="b"/>
              <a:pathLst>
                <a:path w="34417" h="1898">
                  <a:moveTo>
                    <a:pt x="34060" y="0"/>
                  </a:moveTo>
                  <a:cubicBezTo>
                    <a:pt x="33874" y="0"/>
                    <a:pt x="33760" y="57"/>
                    <a:pt x="33703" y="228"/>
                  </a:cubicBezTo>
                  <a:lnTo>
                    <a:pt x="21694" y="228"/>
                  </a:lnTo>
                  <a:lnTo>
                    <a:pt x="20268" y="1655"/>
                  </a:lnTo>
                  <a:lnTo>
                    <a:pt x="0" y="1655"/>
                  </a:lnTo>
                  <a:lnTo>
                    <a:pt x="0" y="1897"/>
                  </a:lnTo>
                  <a:lnTo>
                    <a:pt x="20382" y="1897"/>
                  </a:lnTo>
                  <a:lnTo>
                    <a:pt x="21751" y="471"/>
                  </a:lnTo>
                  <a:lnTo>
                    <a:pt x="33703" y="471"/>
                  </a:lnTo>
                  <a:cubicBezTo>
                    <a:pt x="33760" y="642"/>
                    <a:pt x="33874" y="713"/>
                    <a:pt x="34060" y="713"/>
                  </a:cubicBezTo>
                  <a:cubicBezTo>
                    <a:pt x="34288" y="713"/>
                    <a:pt x="34416" y="585"/>
                    <a:pt x="34416" y="357"/>
                  </a:cubicBezTo>
                  <a:cubicBezTo>
                    <a:pt x="34416" y="114"/>
                    <a:pt x="34288" y="0"/>
                    <a:pt x="34060"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63" name="Google Shape;66;p3"/>
            <p:cNvSpPr/>
            <p:nvPr/>
          </p:nvSpPr>
          <p:spPr>
            <a:xfrm>
              <a:off x="0" y="4690800"/>
              <a:ext cx="1420200" cy="112680"/>
            </a:xfrm>
            <a:custGeom>
              <a:avLst/>
              <a:gdLst/>
              <a:ahLst/>
              <a:cxnLst/>
              <a:rect l="l" t="t" r="r" b="b"/>
              <a:pathLst>
                <a:path w="20981" h="1669">
                  <a:moveTo>
                    <a:pt x="20567" y="0"/>
                  </a:moveTo>
                  <a:cubicBezTo>
                    <a:pt x="20382" y="0"/>
                    <a:pt x="20210" y="185"/>
                    <a:pt x="20210" y="357"/>
                  </a:cubicBezTo>
                  <a:cubicBezTo>
                    <a:pt x="20210" y="414"/>
                    <a:pt x="20210" y="485"/>
                    <a:pt x="20268" y="542"/>
                  </a:cubicBezTo>
                  <a:lnTo>
                    <a:pt x="19383" y="1426"/>
                  </a:lnTo>
                  <a:lnTo>
                    <a:pt x="0" y="1426"/>
                  </a:lnTo>
                  <a:lnTo>
                    <a:pt x="0" y="1669"/>
                  </a:lnTo>
                  <a:lnTo>
                    <a:pt x="19440" y="1669"/>
                  </a:lnTo>
                  <a:lnTo>
                    <a:pt x="20382" y="713"/>
                  </a:lnTo>
                  <a:lnTo>
                    <a:pt x="20567" y="713"/>
                  </a:lnTo>
                  <a:cubicBezTo>
                    <a:pt x="20810" y="713"/>
                    <a:pt x="20981" y="599"/>
                    <a:pt x="20981" y="357"/>
                  </a:cubicBezTo>
                  <a:cubicBezTo>
                    <a:pt x="20981" y="185"/>
                    <a:pt x="20810" y="0"/>
                    <a:pt x="20567"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64" name="Google Shape;67;p3"/>
            <p:cNvSpPr/>
            <p:nvPr/>
          </p:nvSpPr>
          <p:spPr>
            <a:xfrm>
              <a:off x="0" y="4718880"/>
              <a:ext cx="1312200" cy="47880"/>
            </a:xfrm>
            <a:custGeom>
              <a:avLst/>
              <a:gdLst/>
              <a:ahLst/>
              <a:cxnLst/>
              <a:rect l="l" t="t" r="r" b="b"/>
              <a:pathLst>
                <a:path w="19384" h="714">
                  <a:moveTo>
                    <a:pt x="19027" y="1"/>
                  </a:moveTo>
                  <a:cubicBezTo>
                    <a:pt x="18841" y="1"/>
                    <a:pt x="18727" y="72"/>
                    <a:pt x="18670" y="243"/>
                  </a:cubicBezTo>
                  <a:lnTo>
                    <a:pt x="0" y="243"/>
                  </a:lnTo>
                  <a:lnTo>
                    <a:pt x="0" y="486"/>
                  </a:lnTo>
                  <a:lnTo>
                    <a:pt x="18670" y="486"/>
                  </a:lnTo>
                  <a:cubicBezTo>
                    <a:pt x="18727" y="657"/>
                    <a:pt x="18841" y="714"/>
                    <a:pt x="19027" y="714"/>
                  </a:cubicBezTo>
                  <a:cubicBezTo>
                    <a:pt x="19198" y="714"/>
                    <a:pt x="19383" y="600"/>
                    <a:pt x="19383" y="357"/>
                  </a:cubicBezTo>
                  <a:cubicBezTo>
                    <a:pt x="19383" y="129"/>
                    <a:pt x="19198" y="1"/>
                    <a:pt x="19027"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165" name="Google Shape;68;p3"/>
            <p:cNvSpPr/>
            <p:nvPr/>
          </p:nvSpPr>
          <p:spPr>
            <a:xfrm>
              <a:off x="0" y="4707360"/>
              <a:ext cx="2538720" cy="144720"/>
            </a:xfrm>
            <a:custGeom>
              <a:avLst/>
              <a:gdLst/>
              <a:ahLst/>
              <a:cxnLst/>
              <a:rect l="l" t="t" r="r" b="b"/>
              <a:pathLst>
                <a:path w="37498" h="2140">
                  <a:moveTo>
                    <a:pt x="37140" y="1"/>
                  </a:moveTo>
                  <a:cubicBezTo>
                    <a:pt x="36969" y="1"/>
                    <a:pt x="36855" y="115"/>
                    <a:pt x="36784" y="243"/>
                  </a:cubicBezTo>
                  <a:lnTo>
                    <a:pt x="21523" y="243"/>
                  </a:lnTo>
                  <a:lnTo>
                    <a:pt x="19911" y="1897"/>
                  </a:lnTo>
                  <a:lnTo>
                    <a:pt x="0" y="1897"/>
                  </a:lnTo>
                  <a:lnTo>
                    <a:pt x="0" y="2140"/>
                  </a:lnTo>
                  <a:lnTo>
                    <a:pt x="20025" y="2140"/>
                  </a:lnTo>
                  <a:lnTo>
                    <a:pt x="21637" y="471"/>
                  </a:lnTo>
                  <a:lnTo>
                    <a:pt x="36784" y="471"/>
                  </a:lnTo>
                  <a:cubicBezTo>
                    <a:pt x="36855" y="657"/>
                    <a:pt x="36969" y="771"/>
                    <a:pt x="37140" y="771"/>
                  </a:cubicBezTo>
                  <a:cubicBezTo>
                    <a:pt x="37326" y="771"/>
                    <a:pt x="37497" y="600"/>
                    <a:pt x="37497" y="357"/>
                  </a:cubicBezTo>
                  <a:cubicBezTo>
                    <a:pt x="37497" y="172"/>
                    <a:pt x="37326" y="1"/>
                    <a:pt x="37140"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166" name="Google Shape;69;p3"/>
          <p:cNvGrpSpPr/>
          <p:nvPr/>
        </p:nvGrpSpPr>
        <p:grpSpPr>
          <a:xfrm>
            <a:off x="7275960" y="248040"/>
            <a:ext cx="2309760" cy="456480"/>
            <a:chOff x="7275960" y="248040"/>
            <a:chExt cx="2309760" cy="456480"/>
          </a:xfrm>
        </p:grpSpPr>
        <p:sp>
          <p:nvSpPr>
            <p:cNvPr id="167" name="Google Shape;70;p3"/>
            <p:cNvSpPr/>
            <p:nvPr/>
          </p:nvSpPr>
          <p:spPr>
            <a:xfrm rot="10800000" flipV="1">
              <a:off x="8833680" y="478440"/>
              <a:ext cx="752040" cy="226080"/>
            </a:xfrm>
            <a:custGeom>
              <a:avLst/>
              <a:gdLst/>
              <a:ahLst/>
              <a:cxnLst/>
              <a:rect l="l" t="t" r="r" b="b"/>
              <a:pathLst>
                <a:path w="10470" h="3153">
                  <a:moveTo>
                    <a:pt x="1" y="1"/>
                  </a:moveTo>
                  <a:lnTo>
                    <a:pt x="1" y="243"/>
                  </a:lnTo>
                  <a:lnTo>
                    <a:pt x="9928" y="243"/>
                  </a:lnTo>
                  <a:lnTo>
                    <a:pt x="9928" y="2382"/>
                  </a:lnTo>
                  <a:cubicBezTo>
                    <a:pt x="9814" y="2439"/>
                    <a:pt x="9685" y="2611"/>
                    <a:pt x="9685" y="2739"/>
                  </a:cubicBezTo>
                  <a:cubicBezTo>
                    <a:pt x="9685" y="2967"/>
                    <a:pt x="9871" y="3153"/>
                    <a:pt x="10042" y="3153"/>
                  </a:cubicBezTo>
                  <a:cubicBezTo>
                    <a:pt x="10284" y="3153"/>
                    <a:pt x="10470" y="2967"/>
                    <a:pt x="10470" y="2739"/>
                  </a:cubicBezTo>
                  <a:cubicBezTo>
                    <a:pt x="10470" y="2611"/>
                    <a:pt x="10341" y="2439"/>
                    <a:pt x="10170" y="2382"/>
                  </a:cubicBezTo>
                  <a:lnTo>
                    <a:pt x="10170" y="1"/>
                  </a:lnTo>
                  <a:close/>
                </a:path>
              </a:pathLst>
            </a:custGeom>
            <a:gradFill rotWithShape="0">
              <a:gsLst>
                <a:gs pos="0">
                  <a:srgbClr val="7800DA"/>
                </a:gs>
                <a:gs pos="100000">
                  <a:srgbClr val="DA0078"/>
                </a:gs>
              </a:gsLst>
              <a:lin ang="18900000"/>
            </a:gradFill>
            <a:ln w="0">
              <a:noFill/>
            </a:ln>
          </p:spPr>
          <p:style>
            <a:lnRef idx="0">
              <a:scrgbClr r="0" g="0" b="0"/>
            </a:lnRef>
            <a:fillRef idx="0">
              <a:scrgbClr r="0" g="0" b="0"/>
            </a:fillRef>
            <a:effectRef idx="0">
              <a:scrgbClr r="0" g="0" b="0"/>
            </a:effectRef>
            <a:fontRef idx="minor"/>
          </p:style>
        </p:sp>
        <p:sp>
          <p:nvSpPr>
            <p:cNvPr id="168" name="Google Shape;71;p3"/>
            <p:cNvSpPr/>
            <p:nvPr/>
          </p:nvSpPr>
          <p:spPr>
            <a:xfrm rot="10800000" flipV="1">
              <a:off x="8774280" y="423000"/>
              <a:ext cx="811440" cy="281520"/>
            </a:xfrm>
            <a:custGeom>
              <a:avLst/>
              <a:gdLst/>
              <a:ahLst/>
              <a:cxnLst/>
              <a:rect l="l" t="t" r="r" b="b"/>
              <a:pathLst>
                <a:path w="11297" h="3923">
                  <a:moveTo>
                    <a:pt x="1" y="0"/>
                  </a:moveTo>
                  <a:lnTo>
                    <a:pt x="1" y="229"/>
                  </a:lnTo>
                  <a:lnTo>
                    <a:pt x="10826" y="229"/>
                  </a:lnTo>
                  <a:lnTo>
                    <a:pt x="10826" y="3152"/>
                  </a:lnTo>
                  <a:cubicBezTo>
                    <a:pt x="10641" y="3209"/>
                    <a:pt x="10584" y="3381"/>
                    <a:pt x="10584" y="3509"/>
                  </a:cubicBezTo>
                  <a:cubicBezTo>
                    <a:pt x="10584" y="3737"/>
                    <a:pt x="10698" y="3923"/>
                    <a:pt x="10940" y="3923"/>
                  </a:cubicBezTo>
                  <a:cubicBezTo>
                    <a:pt x="11112" y="3923"/>
                    <a:pt x="11297" y="3737"/>
                    <a:pt x="11297" y="3509"/>
                  </a:cubicBezTo>
                  <a:cubicBezTo>
                    <a:pt x="11297" y="3381"/>
                    <a:pt x="11183" y="3209"/>
                    <a:pt x="11054" y="3152"/>
                  </a:cubicBezTo>
                  <a:lnTo>
                    <a:pt x="11054" y="0"/>
                  </a:lnTo>
                  <a:close/>
                </a:path>
              </a:pathLst>
            </a:custGeom>
            <a:gradFill rotWithShape="0">
              <a:gsLst>
                <a:gs pos="0">
                  <a:srgbClr val="7800DA"/>
                </a:gs>
                <a:gs pos="100000">
                  <a:srgbClr val="DA0078"/>
                </a:gs>
              </a:gsLst>
              <a:lin ang="18900000"/>
            </a:gradFill>
            <a:ln w="0">
              <a:noFill/>
            </a:ln>
          </p:spPr>
          <p:style>
            <a:lnRef idx="0">
              <a:scrgbClr r="0" g="0" b="0"/>
            </a:lnRef>
            <a:fillRef idx="0">
              <a:scrgbClr r="0" g="0" b="0"/>
            </a:fillRef>
            <a:effectRef idx="0">
              <a:scrgbClr r="0" g="0" b="0"/>
            </a:effectRef>
            <a:fontRef idx="minor"/>
          </p:style>
        </p:sp>
        <p:sp>
          <p:nvSpPr>
            <p:cNvPr id="169" name="Google Shape;72;p3"/>
            <p:cNvSpPr/>
            <p:nvPr/>
          </p:nvSpPr>
          <p:spPr>
            <a:xfrm rot="10800000" flipV="1">
              <a:off x="7753320" y="248040"/>
              <a:ext cx="1832400" cy="247680"/>
            </a:xfrm>
            <a:custGeom>
              <a:avLst/>
              <a:gdLst/>
              <a:ahLst/>
              <a:cxnLst/>
              <a:rect l="l" t="t" r="r" b="b"/>
              <a:pathLst>
                <a:path w="25503" h="3453">
                  <a:moveTo>
                    <a:pt x="25146" y="0"/>
                  </a:moveTo>
                  <a:cubicBezTo>
                    <a:pt x="24961" y="0"/>
                    <a:pt x="24847" y="57"/>
                    <a:pt x="24790" y="172"/>
                  </a:cubicBezTo>
                  <a:lnTo>
                    <a:pt x="16175" y="172"/>
                  </a:lnTo>
                  <a:lnTo>
                    <a:pt x="13493" y="2853"/>
                  </a:lnTo>
                  <a:lnTo>
                    <a:pt x="13493" y="243"/>
                  </a:lnTo>
                  <a:lnTo>
                    <a:pt x="1" y="243"/>
                  </a:lnTo>
                  <a:lnTo>
                    <a:pt x="1" y="471"/>
                  </a:lnTo>
                  <a:lnTo>
                    <a:pt x="13251" y="471"/>
                  </a:lnTo>
                  <a:lnTo>
                    <a:pt x="13251" y="3452"/>
                  </a:lnTo>
                  <a:lnTo>
                    <a:pt x="16289" y="414"/>
                  </a:lnTo>
                  <a:lnTo>
                    <a:pt x="24790" y="414"/>
                  </a:lnTo>
                  <a:cubicBezTo>
                    <a:pt x="24847" y="599"/>
                    <a:pt x="24961" y="714"/>
                    <a:pt x="25146" y="714"/>
                  </a:cubicBezTo>
                  <a:cubicBezTo>
                    <a:pt x="25374" y="714"/>
                    <a:pt x="25503" y="528"/>
                    <a:pt x="25503" y="357"/>
                  </a:cubicBezTo>
                  <a:cubicBezTo>
                    <a:pt x="25503" y="114"/>
                    <a:pt x="25374" y="0"/>
                    <a:pt x="25146" y="0"/>
                  </a:cubicBezTo>
                  <a:close/>
                </a:path>
              </a:pathLst>
            </a:custGeom>
            <a:gradFill rotWithShape="0">
              <a:gsLst>
                <a:gs pos="0">
                  <a:srgbClr val="7800DA"/>
                </a:gs>
                <a:gs pos="100000">
                  <a:srgbClr val="DA0078"/>
                </a:gs>
              </a:gsLst>
              <a:lin ang="18900000"/>
            </a:gradFill>
            <a:ln w="0">
              <a:noFill/>
            </a:ln>
          </p:spPr>
          <p:style>
            <a:lnRef idx="0">
              <a:scrgbClr r="0" g="0" b="0"/>
            </a:lnRef>
            <a:fillRef idx="0">
              <a:scrgbClr r="0" g="0" b="0"/>
            </a:fillRef>
            <a:effectRef idx="0">
              <a:scrgbClr r="0" g="0" b="0"/>
            </a:effectRef>
            <a:fontRef idx="minor"/>
          </p:style>
        </p:sp>
        <p:sp>
          <p:nvSpPr>
            <p:cNvPr id="170" name="Google Shape;73;p3"/>
            <p:cNvSpPr/>
            <p:nvPr/>
          </p:nvSpPr>
          <p:spPr>
            <a:xfrm rot="10800000" flipV="1">
              <a:off x="7275960" y="375480"/>
              <a:ext cx="2309760" cy="307080"/>
            </a:xfrm>
            <a:custGeom>
              <a:avLst/>
              <a:gdLst/>
              <a:ahLst/>
              <a:cxnLst/>
              <a:rect l="l" t="t" r="r" b="b"/>
              <a:pathLst>
                <a:path w="32150" h="4280">
                  <a:moveTo>
                    <a:pt x="1" y="0"/>
                  </a:moveTo>
                  <a:lnTo>
                    <a:pt x="1" y="243"/>
                  </a:lnTo>
                  <a:lnTo>
                    <a:pt x="11539" y="243"/>
                  </a:lnTo>
                  <a:lnTo>
                    <a:pt x="11539" y="4279"/>
                  </a:lnTo>
                  <a:lnTo>
                    <a:pt x="13137" y="4279"/>
                  </a:lnTo>
                  <a:lnTo>
                    <a:pt x="16460" y="956"/>
                  </a:lnTo>
                  <a:lnTo>
                    <a:pt x="31436" y="956"/>
                  </a:lnTo>
                  <a:cubicBezTo>
                    <a:pt x="31507" y="1070"/>
                    <a:pt x="31621" y="1127"/>
                    <a:pt x="31793" y="1127"/>
                  </a:cubicBezTo>
                  <a:cubicBezTo>
                    <a:pt x="31978" y="1127"/>
                    <a:pt x="32149" y="1013"/>
                    <a:pt x="32149" y="770"/>
                  </a:cubicBezTo>
                  <a:cubicBezTo>
                    <a:pt x="32149" y="599"/>
                    <a:pt x="31978" y="414"/>
                    <a:pt x="31793" y="414"/>
                  </a:cubicBezTo>
                  <a:cubicBezTo>
                    <a:pt x="31621" y="414"/>
                    <a:pt x="31436" y="528"/>
                    <a:pt x="31436" y="713"/>
                  </a:cubicBezTo>
                  <a:lnTo>
                    <a:pt x="16403" y="713"/>
                  </a:lnTo>
                  <a:lnTo>
                    <a:pt x="13023" y="4037"/>
                  </a:lnTo>
                  <a:lnTo>
                    <a:pt x="11768" y="4037"/>
                  </a:lnTo>
                  <a:lnTo>
                    <a:pt x="11768" y="0"/>
                  </a:lnTo>
                  <a:close/>
                </a:path>
              </a:pathLst>
            </a:custGeom>
            <a:gradFill rotWithShape="0">
              <a:gsLst>
                <a:gs pos="0">
                  <a:srgbClr val="7800DA"/>
                </a:gs>
                <a:gs pos="100000">
                  <a:srgbClr val="DA0078"/>
                </a:gs>
              </a:gsLst>
              <a:lin ang="18900000"/>
            </a:gradFill>
            <a:ln w="0">
              <a:noFill/>
            </a:ln>
          </p:spPr>
          <p:style>
            <a:lnRef idx="0">
              <a:scrgbClr r="0" g="0" b="0"/>
            </a:lnRef>
            <a:fillRef idx="0">
              <a:scrgbClr r="0" g="0" b="0"/>
            </a:fillRef>
            <a:effectRef idx="0">
              <a:scrgbClr r="0" g="0" b="0"/>
            </a:effectRef>
            <a:fontRef idx="minor"/>
          </p:style>
        </p:sp>
        <p:sp>
          <p:nvSpPr>
            <p:cNvPr id="171" name="Google Shape;74;p3"/>
            <p:cNvSpPr/>
            <p:nvPr/>
          </p:nvSpPr>
          <p:spPr>
            <a:xfrm rot="10800000" flipV="1">
              <a:off x="7433640" y="315720"/>
              <a:ext cx="2152080" cy="289800"/>
            </a:xfrm>
            <a:custGeom>
              <a:avLst/>
              <a:gdLst/>
              <a:ahLst/>
              <a:cxnLst/>
              <a:rect l="l" t="t" r="r" b="b"/>
              <a:pathLst>
                <a:path w="29953" h="4037">
                  <a:moveTo>
                    <a:pt x="1" y="0"/>
                  </a:moveTo>
                  <a:lnTo>
                    <a:pt x="1" y="228"/>
                  </a:lnTo>
                  <a:lnTo>
                    <a:pt x="12310" y="228"/>
                  </a:lnTo>
                  <a:lnTo>
                    <a:pt x="12310" y="4036"/>
                  </a:lnTo>
                  <a:lnTo>
                    <a:pt x="13137" y="4036"/>
                  </a:lnTo>
                  <a:lnTo>
                    <a:pt x="16403" y="770"/>
                  </a:lnTo>
                  <a:lnTo>
                    <a:pt x="29183" y="770"/>
                  </a:lnTo>
                  <a:cubicBezTo>
                    <a:pt x="29240" y="941"/>
                    <a:pt x="29425" y="1070"/>
                    <a:pt x="29539" y="1070"/>
                  </a:cubicBezTo>
                  <a:cubicBezTo>
                    <a:pt x="29782" y="1070"/>
                    <a:pt x="29953" y="884"/>
                    <a:pt x="29953" y="642"/>
                  </a:cubicBezTo>
                  <a:cubicBezTo>
                    <a:pt x="29953" y="471"/>
                    <a:pt x="29782" y="285"/>
                    <a:pt x="29539" y="285"/>
                  </a:cubicBezTo>
                  <a:cubicBezTo>
                    <a:pt x="29425" y="285"/>
                    <a:pt x="29240" y="414"/>
                    <a:pt x="29183" y="528"/>
                  </a:cubicBezTo>
                  <a:lnTo>
                    <a:pt x="16289" y="528"/>
                  </a:lnTo>
                  <a:lnTo>
                    <a:pt x="13023" y="3794"/>
                  </a:lnTo>
                  <a:lnTo>
                    <a:pt x="12538" y="3794"/>
                  </a:lnTo>
                  <a:lnTo>
                    <a:pt x="12538" y="0"/>
                  </a:lnTo>
                  <a:close/>
                </a:path>
              </a:pathLst>
            </a:custGeom>
            <a:gradFill rotWithShape="0">
              <a:gsLst>
                <a:gs pos="0">
                  <a:srgbClr val="7800DA"/>
                </a:gs>
                <a:gs pos="100000">
                  <a:srgbClr val="DA0078"/>
                </a:gs>
              </a:gsLst>
              <a:lin ang="18900000"/>
            </a:gradFill>
            <a:ln w="0">
              <a:noFill/>
            </a:ln>
          </p:spPr>
          <p:style>
            <a:lnRef idx="0">
              <a:scrgbClr r="0" g="0" b="0"/>
            </a:lnRef>
            <a:fillRef idx="0">
              <a:scrgbClr r="0" g="0" b="0"/>
            </a:fillRef>
            <a:effectRef idx="0">
              <a:scrgbClr r="0" g="0" b="0"/>
            </a:effectRef>
            <a:fontRef idx="minor"/>
          </p:style>
        </p:sp>
      </p:grpSp>
      <p:sp>
        <p:nvSpPr>
          <p:cNvPr id="17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0E0E"/>
        </a:solidFill>
        <a:effectLst/>
      </p:bgPr>
    </p:bg>
    <p:spTree>
      <p:nvGrpSpPr>
        <p:cNvPr id="1" name=""/>
        <p:cNvGrpSpPr/>
        <p:nvPr/>
      </p:nvGrpSpPr>
      <p:grpSpPr>
        <a:xfrm>
          <a:off x="0" y="0"/>
          <a:ext cx="0" cy="0"/>
          <a:chOff x="0" y="0"/>
          <a:chExt cx="0" cy="0"/>
        </a:xfrm>
      </p:grpSpPr>
      <p:sp>
        <p:nvSpPr>
          <p:cNvPr id="209" name="Google Shape;804;p32"/>
          <p:cNvSpPr/>
          <p:nvPr/>
        </p:nvSpPr>
        <p:spPr>
          <a:xfrm>
            <a:off x="219600" y="181080"/>
            <a:ext cx="8704800" cy="4780800"/>
          </a:xfrm>
          <a:prstGeom prst="roundRect">
            <a:avLst>
              <a:gd name="adj" fmla="val 5732"/>
            </a:avLst>
          </a:prstGeom>
          <a:gradFill rotWithShape="0">
            <a:gsLst>
              <a:gs pos="0">
                <a:srgbClr val="0F0F0F"/>
              </a:gs>
              <a:gs pos="100000">
                <a:srgbClr val="2E2E2E"/>
              </a:gs>
            </a:gsLst>
            <a:lin ang="8100000"/>
          </a:gradFill>
          <a:ln w="0">
            <a:noFill/>
          </a:ln>
        </p:spPr>
        <p:style>
          <a:lnRef idx="0">
            <a:scrgbClr r="0" g="0" b="0"/>
          </a:lnRef>
          <a:fillRef idx="0">
            <a:scrgbClr r="0" g="0" b="0"/>
          </a:fillRef>
          <a:effectRef idx="0">
            <a:scrgbClr r="0" g="0" b="0"/>
          </a:effectRef>
          <a:fontRef idx="minor"/>
        </p:style>
      </p:sp>
      <p:grpSp>
        <p:nvGrpSpPr>
          <p:cNvPr id="210" name="Google Shape;805;p32"/>
          <p:cNvGrpSpPr/>
          <p:nvPr/>
        </p:nvGrpSpPr>
        <p:grpSpPr>
          <a:xfrm>
            <a:off x="402480" y="-1174680"/>
            <a:ext cx="621720" cy="2700720"/>
            <a:chOff x="402480" y="-1174680"/>
            <a:chExt cx="621720" cy="2700720"/>
          </a:xfrm>
        </p:grpSpPr>
        <p:sp>
          <p:nvSpPr>
            <p:cNvPr id="211" name="Google Shape;806;p32"/>
            <p:cNvSpPr/>
            <p:nvPr/>
          </p:nvSpPr>
          <p:spPr>
            <a:xfrm rot="5400000">
              <a:off x="-774000" y="1800"/>
              <a:ext cx="2579400" cy="226080"/>
            </a:xfrm>
            <a:custGeom>
              <a:avLst/>
              <a:gdLst/>
              <a:ahLst/>
              <a:cxnLst/>
              <a:rect l="l" t="t" r="r" b="b"/>
              <a:pathLst>
                <a:path w="29111" h="2555">
                  <a:moveTo>
                    <a:pt x="0" y="1"/>
                  </a:moveTo>
                  <a:lnTo>
                    <a:pt x="0" y="229"/>
                  </a:lnTo>
                  <a:lnTo>
                    <a:pt x="15803" y="229"/>
                  </a:lnTo>
                  <a:lnTo>
                    <a:pt x="18114" y="2554"/>
                  </a:lnTo>
                  <a:lnTo>
                    <a:pt x="23462" y="2554"/>
                  </a:lnTo>
                  <a:lnTo>
                    <a:pt x="24775" y="1185"/>
                  </a:lnTo>
                  <a:lnTo>
                    <a:pt x="28397" y="1185"/>
                  </a:lnTo>
                  <a:cubicBezTo>
                    <a:pt x="28397" y="1370"/>
                    <a:pt x="28583" y="1484"/>
                    <a:pt x="28754" y="1484"/>
                  </a:cubicBezTo>
                  <a:cubicBezTo>
                    <a:pt x="28939" y="1484"/>
                    <a:pt x="29111" y="1299"/>
                    <a:pt x="29111" y="1128"/>
                  </a:cubicBezTo>
                  <a:cubicBezTo>
                    <a:pt x="29111" y="885"/>
                    <a:pt x="28939" y="714"/>
                    <a:pt x="28754" y="714"/>
                  </a:cubicBezTo>
                  <a:cubicBezTo>
                    <a:pt x="28583" y="714"/>
                    <a:pt x="28454" y="828"/>
                    <a:pt x="28397" y="942"/>
                  </a:cubicBezTo>
                  <a:lnTo>
                    <a:pt x="24718" y="942"/>
                  </a:lnTo>
                  <a:lnTo>
                    <a:pt x="23405" y="2312"/>
                  </a:lnTo>
                  <a:lnTo>
                    <a:pt x="18242" y="2312"/>
                  </a:lnTo>
                  <a:lnTo>
                    <a:pt x="15917"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2" name="Google Shape;807;p32"/>
            <p:cNvSpPr/>
            <p:nvPr/>
          </p:nvSpPr>
          <p:spPr>
            <a:xfrm rot="5400000">
              <a:off x="-745200" y="67680"/>
              <a:ext cx="2700720" cy="216000"/>
            </a:xfrm>
            <a:custGeom>
              <a:avLst/>
              <a:gdLst/>
              <a:ahLst/>
              <a:cxnLst/>
              <a:rect l="l" t="t" r="r" b="b"/>
              <a:pathLst>
                <a:path w="30480" h="2440">
                  <a:moveTo>
                    <a:pt x="0" y="0"/>
                  </a:moveTo>
                  <a:lnTo>
                    <a:pt x="0" y="243"/>
                  </a:lnTo>
                  <a:lnTo>
                    <a:pt x="16459" y="243"/>
                  </a:lnTo>
                  <a:lnTo>
                    <a:pt x="18656" y="2439"/>
                  </a:lnTo>
                  <a:lnTo>
                    <a:pt x="22878" y="2439"/>
                  </a:lnTo>
                  <a:lnTo>
                    <a:pt x="24361" y="899"/>
                  </a:lnTo>
                  <a:lnTo>
                    <a:pt x="29767" y="899"/>
                  </a:lnTo>
                  <a:cubicBezTo>
                    <a:pt x="29824" y="1013"/>
                    <a:pt x="29952" y="1127"/>
                    <a:pt x="30066" y="1127"/>
                  </a:cubicBezTo>
                  <a:cubicBezTo>
                    <a:pt x="30309" y="1127"/>
                    <a:pt x="30480" y="956"/>
                    <a:pt x="30480" y="771"/>
                  </a:cubicBezTo>
                  <a:cubicBezTo>
                    <a:pt x="30480" y="542"/>
                    <a:pt x="30309" y="357"/>
                    <a:pt x="30066" y="357"/>
                  </a:cubicBezTo>
                  <a:cubicBezTo>
                    <a:pt x="29881" y="357"/>
                    <a:pt x="29767" y="471"/>
                    <a:pt x="29710" y="656"/>
                  </a:cubicBezTo>
                  <a:lnTo>
                    <a:pt x="24247" y="656"/>
                  </a:lnTo>
                  <a:lnTo>
                    <a:pt x="22749" y="2197"/>
                  </a:lnTo>
                  <a:lnTo>
                    <a:pt x="18770" y="2197"/>
                  </a:lnTo>
                  <a:lnTo>
                    <a:pt x="16574"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3" name="Google Shape;808;p32"/>
            <p:cNvSpPr/>
            <p:nvPr/>
          </p:nvSpPr>
          <p:spPr>
            <a:xfrm rot="5400000">
              <a:off x="-507600" y="-57960"/>
              <a:ext cx="2437560" cy="204480"/>
            </a:xfrm>
            <a:custGeom>
              <a:avLst/>
              <a:gdLst/>
              <a:ahLst/>
              <a:cxnLst/>
              <a:rect l="l" t="t" r="r" b="b"/>
              <a:pathLst>
                <a:path w="27514" h="2312">
                  <a:moveTo>
                    <a:pt x="27157" y="1"/>
                  </a:moveTo>
                  <a:cubicBezTo>
                    <a:pt x="26971" y="1"/>
                    <a:pt x="26857" y="115"/>
                    <a:pt x="26800" y="300"/>
                  </a:cubicBezTo>
                  <a:lnTo>
                    <a:pt x="23890" y="300"/>
                  </a:lnTo>
                  <a:lnTo>
                    <a:pt x="22165" y="2083"/>
                  </a:lnTo>
                  <a:lnTo>
                    <a:pt x="19612" y="2083"/>
                  </a:lnTo>
                  <a:lnTo>
                    <a:pt x="17643" y="115"/>
                  </a:lnTo>
                  <a:lnTo>
                    <a:pt x="0" y="115"/>
                  </a:lnTo>
                  <a:lnTo>
                    <a:pt x="0" y="357"/>
                  </a:lnTo>
                  <a:lnTo>
                    <a:pt x="17586" y="357"/>
                  </a:lnTo>
                  <a:lnTo>
                    <a:pt x="19483" y="2311"/>
                  </a:lnTo>
                  <a:lnTo>
                    <a:pt x="22222" y="2311"/>
                  </a:lnTo>
                  <a:lnTo>
                    <a:pt x="24004" y="528"/>
                  </a:lnTo>
                  <a:lnTo>
                    <a:pt x="26800" y="528"/>
                  </a:lnTo>
                  <a:cubicBezTo>
                    <a:pt x="26857" y="657"/>
                    <a:pt x="26971" y="771"/>
                    <a:pt x="27157" y="771"/>
                  </a:cubicBezTo>
                  <a:cubicBezTo>
                    <a:pt x="27385" y="771"/>
                    <a:pt x="27513" y="600"/>
                    <a:pt x="27513" y="414"/>
                  </a:cubicBezTo>
                  <a:cubicBezTo>
                    <a:pt x="27513" y="172"/>
                    <a:pt x="27385" y="1"/>
                    <a:pt x="27157"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4" name="Google Shape;809;p32"/>
            <p:cNvSpPr/>
            <p:nvPr/>
          </p:nvSpPr>
          <p:spPr>
            <a:xfrm rot="5400000">
              <a:off x="-286560" y="-137520"/>
              <a:ext cx="2279880" cy="205920"/>
            </a:xfrm>
            <a:custGeom>
              <a:avLst/>
              <a:gdLst/>
              <a:ahLst/>
              <a:cxnLst/>
              <a:rect l="l" t="t" r="r" b="b"/>
              <a:pathLst>
                <a:path w="25731" h="2326">
                  <a:moveTo>
                    <a:pt x="25374" y="1"/>
                  </a:moveTo>
                  <a:cubicBezTo>
                    <a:pt x="25188" y="1"/>
                    <a:pt x="25074" y="129"/>
                    <a:pt x="25017" y="300"/>
                  </a:cubicBezTo>
                  <a:lnTo>
                    <a:pt x="23947" y="300"/>
                  </a:lnTo>
                  <a:lnTo>
                    <a:pt x="22165" y="2083"/>
                  </a:lnTo>
                  <a:lnTo>
                    <a:pt x="20382" y="2083"/>
                  </a:lnTo>
                  <a:lnTo>
                    <a:pt x="18955" y="657"/>
                  </a:lnTo>
                  <a:lnTo>
                    <a:pt x="0" y="657"/>
                  </a:lnTo>
                  <a:lnTo>
                    <a:pt x="0" y="899"/>
                  </a:lnTo>
                  <a:lnTo>
                    <a:pt x="18827" y="899"/>
                  </a:lnTo>
                  <a:lnTo>
                    <a:pt x="20253" y="2326"/>
                  </a:lnTo>
                  <a:lnTo>
                    <a:pt x="22222" y="2326"/>
                  </a:lnTo>
                  <a:lnTo>
                    <a:pt x="24062" y="543"/>
                  </a:lnTo>
                  <a:lnTo>
                    <a:pt x="25017" y="543"/>
                  </a:lnTo>
                  <a:cubicBezTo>
                    <a:pt x="25074" y="657"/>
                    <a:pt x="25188" y="785"/>
                    <a:pt x="25374" y="785"/>
                  </a:cubicBezTo>
                  <a:cubicBezTo>
                    <a:pt x="25545" y="785"/>
                    <a:pt x="25730" y="600"/>
                    <a:pt x="25730" y="429"/>
                  </a:cubicBezTo>
                  <a:cubicBezTo>
                    <a:pt x="25730" y="186"/>
                    <a:pt x="25545" y="1"/>
                    <a:pt x="25374"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5" name="Google Shape;810;p32"/>
            <p:cNvSpPr/>
            <p:nvPr/>
          </p:nvSpPr>
          <p:spPr>
            <a:xfrm rot="5400000">
              <a:off x="16200" y="-230040"/>
              <a:ext cx="1952280" cy="63000"/>
            </a:xfrm>
            <a:custGeom>
              <a:avLst/>
              <a:gdLst/>
              <a:ahLst/>
              <a:cxnLst/>
              <a:rect l="l" t="t" r="r" b="b"/>
              <a:pathLst>
                <a:path w="22037" h="714">
                  <a:moveTo>
                    <a:pt x="21623" y="1"/>
                  </a:moveTo>
                  <a:cubicBezTo>
                    <a:pt x="21508" y="1"/>
                    <a:pt x="21323" y="58"/>
                    <a:pt x="21266" y="243"/>
                  </a:cubicBezTo>
                  <a:lnTo>
                    <a:pt x="0" y="243"/>
                  </a:lnTo>
                  <a:lnTo>
                    <a:pt x="0" y="486"/>
                  </a:lnTo>
                  <a:lnTo>
                    <a:pt x="21266" y="486"/>
                  </a:lnTo>
                  <a:cubicBezTo>
                    <a:pt x="21323" y="657"/>
                    <a:pt x="21508" y="714"/>
                    <a:pt x="21623" y="714"/>
                  </a:cubicBezTo>
                  <a:cubicBezTo>
                    <a:pt x="21865" y="714"/>
                    <a:pt x="22036" y="600"/>
                    <a:pt x="22036" y="357"/>
                  </a:cubicBezTo>
                  <a:cubicBezTo>
                    <a:pt x="22036" y="129"/>
                    <a:pt x="21865" y="1"/>
                    <a:pt x="21623"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grpSp>
        <p:nvGrpSpPr>
          <p:cNvPr id="216" name="Google Shape;811;p32"/>
          <p:cNvGrpSpPr/>
          <p:nvPr/>
        </p:nvGrpSpPr>
        <p:grpSpPr>
          <a:xfrm>
            <a:off x="7456320" y="3275640"/>
            <a:ext cx="974160" cy="3164400"/>
            <a:chOff x="7456320" y="3275640"/>
            <a:chExt cx="974160" cy="3164400"/>
          </a:xfrm>
        </p:grpSpPr>
        <p:sp>
          <p:nvSpPr>
            <p:cNvPr id="217" name="Google Shape;812;p32"/>
            <p:cNvSpPr/>
            <p:nvPr/>
          </p:nvSpPr>
          <p:spPr>
            <a:xfrm rot="16200000">
              <a:off x="7279920" y="5289480"/>
              <a:ext cx="2158560" cy="142560"/>
            </a:xfrm>
            <a:custGeom>
              <a:avLst/>
              <a:gdLst/>
              <a:ahLst/>
              <a:cxnLst/>
              <a:rect l="l" t="t" r="r" b="b"/>
              <a:pathLst>
                <a:path w="24362" h="1613">
                  <a:moveTo>
                    <a:pt x="0" y="0"/>
                  </a:moveTo>
                  <a:lnTo>
                    <a:pt x="0" y="243"/>
                  </a:lnTo>
                  <a:lnTo>
                    <a:pt x="15917" y="243"/>
                  </a:lnTo>
                  <a:lnTo>
                    <a:pt x="17173" y="1313"/>
                  </a:lnTo>
                  <a:lnTo>
                    <a:pt x="23648" y="1313"/>
                  </a:lnTo>
                  <a:cubicBezTo>
                    <a:pt x="23705" y="1498"/>
                    <a:pt x="23819" y="1612"/>
                    <a:pt x="24004" y="1612"/>
                  </a:cubicBezTo>
                  <a:cubicBezTo>
                    <a:pt x="24176" y="1612"/>
                    <a:pt x="24361" y="1427"/>
                    <a:pt x="24361" y="1199"/>
                  </a:cubicBezTo>
                  <a:cubicBezTo>
                    <a:pt x="24361" y="1013"/>
                    <a:pt x="24176" y="842"/>
                    <a:pt x="24004" y="842"/>
                  </a:cubicBezTo>
                  <a:cubicBezTo>
                    <a:pt x="23819" y="842"/>
                    <a:pt x="23705" y="956"/>
                    <a:pt x="23648" y="1070"/>
                  </a:cubicBezTo>
                  <a:lnTo>
                    <a:pt x="17230" y="1070"/>
                  </a:lnTo>
                  <a:lnTo>
                    <a:pt x="15975"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8" name="Google Shape;813;p32"/>
            <p:cNvSpPr/>
            <p:nvPr/>
          </p:nvSpPr>
          <p:spPr>
            <a:xfrm rot="16200000">
              <a:off x="6908760" y="5018400"/>
              <a:ext cx="2700720" cy="142560"/>
            </a:xfrm>
            <a:custGeom>
              <a:avLst/>
              <a:gdLst/>
              <a:ahLst/>
              <a:cxnLst/>
              <a:rect l="l" t="t" r="r" b="b"/>
              <a:pathLst>
                <a:path w="30480" h="1613">
                  <a:moveTo>
                    <a:pt x="0" y="1"/>
                  </a:moveTo>
                  <a:lnTo>
                    <a:pt x="0" y="243"/>
                  </a:lnTo>
                  <a:lnTo>
                    <a:pt x="17173" y="243"/>
                  </a:lnTo>
                  <a:lnTo>
                    <a:pt x="18242" y="1370"/>
                  </a:lnTo>
                  <a:lnTo>
                    <a:pt x="29710" y="1370"/>
                  </a:lnTo>
                  <a:cubicBezTo>
                    <a:pt x="29767" y="1484"/>
                    <a:pt x="29952" y="1612"/>
                    <a:pt x="30066" y="1612"/>
                  </a:cubicBezTo>
                  <a:cubicBezTo>
                    <a:pt x="30309" y="1612"/>
                    <a:pt x="30480" y="1427"/>
                    <a:pt x="30480" y="1256"/>
                  </a:cubicBezTo>
                  <a:cubicBezTo>
                    <a:pt x="30480" y="1013"/>
                    <a:pt x="30309" y="842"/>
                    <a:pt x="30066" y="842"/>
                  </a:cubicBezTo>
                  <a:cubicBezTo>
                    <a:pt x="29952" y="842"/>
                    <a:pt x="29767" y="956"/>
                    <a:pt x="29710" y="1127"/>
                  </a:cubicBezTo>
                  <a:lnTo>
                    <a:pt x="18356" y="1127"/>
                  </a:lnTo>
                  <a:lnTo>
                    <a:pt x="17230"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19" name="Google Shape;814;p32"/>
            <p:cNvSpPr/>
            <p:nvPr/>
          </p:nvSpPr>
          <p:spPr>
            <a:xfrm rot="16200000">
              <a:off x="6932880" y="5137200"/>
              <a:ext cx="2474280" cy="131040"/>
            </a:xfrm>
            <a:custGeom>
              <a:avLst/>
              <a:gdLst/>
              <a:ahLst/>
              <a:cxnLst/>
              <a:rect l="l" t="t" r="r" b="b"/>
              <a:pathLst>
                <a:path w="27927" h="1484">
                  <a:moveTo>
                    <a:pt x="0" y="0"/>
                  </a:moveTo>
                  <a:lnTo>
                    <a:pt x="0" y="229"/>
                  </a:lnTo>
                  <a:lnTo>
                    <a:pt x="17943" y="229"/>
                  </a:lnTo>
                  <a:lnTo>
                    <a:pt x="18898" y="1241"/>
                  </a:lnTo>
                  <a:lnTo>
                    <a:pt x="27157" y="1241"/>
                  </a:lnTo>
                  <a:cubicBezTo>
                    <a:pt x="27214" y="1427"/>
                    <a:pt x="27385" y="1484"/>
                    <a:pt x="27513" y="1484"/>
                  </a:cubicBezTo>
                  <a:cubicBezTo>
                    <a:pt x="27741" y="1484"/>
                    <a:pt x="27927" y="1298"/>
                    <a:pt x="27927" y="1127"/>
                  </a:cubicBezTo>
                  <a:cubicBezTo>
                    <a:pt x="27927" y="885"/>
                    <a:pt x="27741" y="771"/>
                    <a:pt x="27513" y="771"/>
                  </a:cubicBezTo>
                  <a:cubicBezTo>
                    <a:pt x="27385" y="771"/>
                    <a:pt x="27214" y="828"/>
                    <a:pt x="27157" y="999"/>
                  </a:cubicBezTo>
                  <a:lnTo>
                    <a:pt x="19012" y="999"/>
                  </a:lnTo>
                  <a:lnTo>
                    <a:pt x="18000" y="0"/>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0" name="Google Shape;815;p32"/>
            <p:cNvSpPr/>
            <p:nvPr/>
          </p:nvSpPr>
          <p:spPr>
            <a:xfrm rot="16200000">
              <a:off x="6568920" y="5042520"/>
              <a:ext cx="2605680" cy="189360"/>
            </a:xfrm>
            <a:custGeom>
              <a:avLst/>
              <a:gdLst/>
              <a:ahLst/>
              <a:cxnLst/>
              <a:rect l="l" t="t" r="r" b="b"/>
              <a:pathLst>
                <a:path w="29411" h="2140">
                  <a:moveTo>
                    <a:pt x="28996" y="0"/>
                  </a:moveTo>
                  <a:cubicBezTo>
                    <a:pt x="28882" y="0"/>
                    <a:pt x="28697" y="57"/>
                    <a:pt x="28640" y="243"/>
                  </a:cubicBezTo>
                  <a:lnTo>
                    <a:pt x="20610" y="243"/>
                  </a:lnTo>
                  <a:lnTo>
                    <a:pt x="20610" y="1911"/>
                  </a:lnTo>
                  <a:lnTo>
                    <a:pt x="0" y="1911"/>
                  </a:lnTo>
                  <a:lnTo>
                    <a:pt x="0" y="2140"/>
                  </a:lnTo>
                  <a:lnTo>
                    <a:pt x="20852" y="2140"/>
                  </a:lnTo>
                  <a:lnTo>
                    <a:pt x="20852" y="485"/>
                  </a:lnTo>
                  <a:lnTo>
                    <a:pt x="28640" y="485"/>
                  </a:lnTo>
                  <a:cubicBezTo>
                    <a:pt x="28697" y="656"/>
                    <a:pt x="28882" y="713"/>
                    <a:pt x="28996" y="713"/>
                  </a:cubicBezTo>
                  <a:cubicBezTo>
                    <a:pt x="29239" y="713"/>
                    <a:pt x="29410" y="542"/>
                    <a:pt x="29410" y="357"/>
                  </a:cubicBezTo>
                  <a:cubicBezTo>
                    <a:pt x="29410" y="129"/>
                    <a:pt x="29239" y="0"/>
                    <a:pt x="28996" y="0"/>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1" name="Google Shape;816;p32"/>
            <p:cNvSpPr/>
            <p:nvPr/>
          </p:nvSpPr>
          <p:spPr>
            <a:xfrm rot="16200000">
              <a:off x="6384960" y="4931640"/>
              <a:ext cx="2800440" cy="216000"/>
            </a:xfrm>
            <a:custGeom>
              <a:avLst/>
              <a:gdLst/>
              <a:ahLst/>
              <a:cxnLst/>
              <a:rect l="l" t="t" r="r" b="b"/>
              <a:pathLst>
                <a:path w="31607" h="2440">
                  <a:moveTo>
                    <a:pt x="31193" y="1"/>
                  </a:moveTo>
                  <a:cubicBezTo>
                    <a:pt x="31079" y="1"/>
                    <a:pt x="30893" y="58"/>
                    <a:pt x="30836" y="243"/>
                  </a:cubicBezTo>
                  <a:lnTo>
                    <a:pt x="19426" y="243"/>
                  </a:lnTo>
                  <a:lnTo>
                    <a:pt x="19426" y="2197"/>
                  </a:lnTo>
                  <a:lnTo>
                    <a:pt x="0" y="2197"/>
                  </a:lnTo>
                  <a:lnTo>
                    <a:pt x="0" y="2439"/>
                  </a:lnTo>
                  <a:lnTo>
                    <a:pt x="19669" y="2439"/>
                  </a:lnTo>
                  <a:lnTo>
                    <a:pt x="19669" y="471"/>
                  </a:lnTo>
                  <a:lnTo>
                    <a:pt x="30836" y="471"/>
                  </a:lnTo>
                  <a:cubicBezTo>
                    <a:pt x="30893" y="657"/>
                    <a:pt x="31079" y="714"/>
                    <a:pt x="31193" y="714"/>
                  </a:cubicBezTo>
                  <a:cubicBezTo>
                    <a:pt x="31435" y="714"/>
                    <a:pt x="31607" y="542"/>
                    <a:pt x="31607" y="357"/>
                  </a:cubicBezTo>
                  <a:cubicBezTo>
                    <a:pt x="31607" y="115"/>
                    <a:pt x="31435" y="1"/>
                    <a:pt x="31193"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2" name="Google Shape;817;p32"/>
            <p:cNvSpPr/>
            <p:nvPr/>
          </p:nvSpPr>
          <p:spPr>
            <a:xfrm rot="16200000">
              <a:off x="6111720" y="4731480"/>
              <a:ext cx="3164400" cy="252720"/>
            </a:xfrm>
            <a:custGeom>
              <a:avLst/>
              <a:gdLst/>
              <a:ahLst/>
              <a:cxnLst/>
              <a:rect l="l" t="t" r="r" b="b"/>
              <a:pathLst>
                <a:path w="35715" h="2854">
                  <a:moveTo>
                    <a:pt x="35301" y="1"/>
                  </a:moveTo>
                  <a:cubicBezTo>
                    <a:pt x="35172" y="1"/>
                    <a:pt x="35001" y="58"/>
                    <a:pt x="34944" y="229"/>
                  </a:cubicBezTo>
                  <a:lnTo>
                    <a:pt x="18185" y="229"/>
                  </a:lnTo>
                  <a:lnTo>
                    <a:pt x="18185" y="2611"/>
                  </a:lnTo>
                  <a:lnTo>
                    <a:pt x="0" y="2611"/>
                  </a:lnTo>
                  <a:lnTo>
                    <a:pt x="0" y="2853"/>
                  </a:lnTo>
                  <a:lnTo>
                    <a:pt x="18413" y="2853"/>
                  </a:lnTo>
                  <a:lnTo>
                    <a:pt x="18413" y="471"/>
                  </a:lnTo>
                  <a:lnTo>
                    <a:pt x="34944" y="471"/>
                  </a:lnTo>
                  <a:cubicBezTo>
                    <a:pt x="35001" y="642"/>
                    <a:pt x="35172" y="714"/>
                    <a:pt x="35301" y="714"/>
                  </a:cubicBezTo>
                  <a:cubicBezTo>
                    <a:pt x="35529" y="714"/>
                    <a:pt x="35714" y="528"/>
                    <a:pt x="35714" y="357"/>
                  </a:cubicBezTo>
                  <a:cubicBezTo>
                    <a:pt x="35714" y="115"/>
                    <a:pt x="35529" y="1"/>
                    <a:pt x="35301"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3" name="Google Shape;818;p32"/>
            <p:cNvSpPr/>
            <p:nvPr/>
          </p:nvSpPr>
          <p:spPr>
            <a:xfrm rot="16200000">
              <a:off x="6460920" y="5155560"/>
              <a:ext cx="2279880" cy="289080"/>
            </a:xfrm>
            <a:custGeom>
              <a:avLst/>
              <a:gdLst/>
              <a:ahLst/>
              <a:cxnLst/>
              <a:rect l="l" t="t" r="r" b="b"/>
              <a:pathLst>
                <a:path w="25731" h="3267">
                  <a:moveTo>
                    <a:pt x="25374" y="1"/>
                  </a:moveTo>
                  <a:cubicBezTo>
                    <a:pt x="25188" y="1"/>
                    <a:pt x="25074" y="115"/>
                    <a:pt x="25017" y="243"/>
                  </a:cubicBezTo>
                  <a:lnTo>
                    <a:pt x="17044" y="243"/>
                  </a:lnTo>
                  <a:lnTo>
                    <a:pt x="17044" y="3038"/>
                  </a:lnTo>
                  <a:lnTo>
                    <a:pt x="0" y="3038"/>
                  </a:lnTo>
                  <a:lnTo>
                    <a:pt x="0" y="3267"/>
                  </a:lnTo>
                  <a:lnTo>
                    <a:pt x="17287" y="3267"/>
                  </a:lnTo>
                  <a:lnTo>
                    <a:pt x="17287" y="471"/>
                  </a:lnTo>
                  <a:lnTo>
                    <a:pt x="25017" y="471"/>
                  </a:lnTo>
                  <a:cubicBezTo>
                    <a:pt x="25074" y="657"/>
                    <a:pt x="25188" y="771"/>
                    <a:pt x="25374" y="771"/>
                  </a:cubicBezTo>
                  <a:cubicBezTo>
                    <a:pt x="25545" y="771"/>
                    <a:pt x="25730" y="600"/>
                    <a:pt x="25730" y="357"/>
                  </a:cubicBezTo>
                  <a:cubicBezTo>
                    <a:pt x="25730" y="186"/>
                    <a:pt x="25545" y="1"/>
                    <a:pt x="25374"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4" name="Google Shape;819;p32"/>
            <p:cNvSpPr/>
            <p:nvPr/>
          </p:nvSpPr>
          <p:spPr>
            <a:xfrm rot="16200000">
              <a:off x="7764480" y="5774040"/>
              <a:ext cx="1263600" cy="68040"/>
            </a:xfrm>
            <a:custGeom>
              <a:avLst/>
              <a:gdLst/>
              <a:ahLst/>
              <a:cxnLst/>
              <a:rect l="l" t="t" r="r" b="b"/>
              <a:pathLst>
                <a:path w="14263" h="772">
                  <a:moveTo>
                    <a:pt x="13906" y="1"/>
                  </a:moveTo>
                  <a:cubicBezTo>
                    <a:pt x="13721" y="1"/>
                    <a:pt x="13607" y="115"/>
                    <a:pt x="13550" y="229"/>
                  </a:cubicBezTo>
                  <a:lnTo>
                    <a:pt x="0" y="229"/>
                  </a:lnTo>
                  <a:lnTo>
                    <a:pt x="0" y="472"/>
                  </a:lnTo>
                  <a:lnTo>
                    <a:pt x="13550" y="472"/>
                  </a:lnTo>
                  <a:cubicBezTo>
                    <a:pt x="13607" y="657"/>
                    <a:pt x="13721" y="771"/>
                    <a:pt x="13906" y="771"/>
                  </a:cubicBezTo>
                  <a:cubicBezTo>
                    <a:pt x="14078" y="771"/>
                    <a:pt x="14263" y="586"/>
                    <a:pt x="14263" y="358"/>
                  </a:cubicBezTo>
                  <a:cubicBezTo>
                    <a:pt x="14263" y="172"/>
                    <a:pt x="14078" y="1"/>
                    <a:pt x="13906" y="1"/>
                  </a:cubicBez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sp>
          <p:nvSpPr>
            <p:cNvPr id="225" name="Google Shape;820;p32"/>
            <p:cNvSpPr/>
            <p:nvPr/>
          </p:nvSpPr>
          <p:spPr>
            <a:xfrm rot="16200000">
              <a:off x="6600240" y="4889520"/>
              <a:ext cx="2974680" cy="126000"/>
            </a:xfrm>
            <a:custGeom>
              <a:avLst/>
              <a:gdLst/>
              <a:ahLst/>
              <a:cxnLst/>
              <a:rect l="l" t="t" r="r" b="b"/>
              <a:pathLst>
                <a:path w="33575" h="1428">
                  <a:moveTo>
                    <a:pt x="0" y="1"/>
                  </a:moveTo>
                  <a:lnTo>
                    <a:pt x="0" y="243"/>
                  </a:lnTo>
                  <a:lnTo>
                    <a:pt x="18542" y="243"/>
                  </a:lnTo>
                  <a:lnTo>
                    <a:pt x="19483" y="1185"/>
                  </a:lnTo>
                  <a:lnTo>
                    <a:pt x="32862" y="1185"/>
                  </a:lnTo>
                  <a:cubicBezTo>
                    <a:pt x="32919" y="1313"/>
                    <a:pt x="33033" y="1427"/>
                    <a:pt x="33161" y="1427"/>
                  </a:cubicBezTo>
                  <a:cubicBezTo>
                    <a:pt x="33389" y="1427"/>
                    <a:pt x="33575" y="1256"/>
                    <a:pt x="33575" y="1013"/>
                  </a:cubicBezTo>
                  <a:cubicBezTo>
                    <a:pt x="33575" y="828"/>
                    <a:pt x="33389" y="657"/>
                    <a:pt x="33161" y="657"/>
                  </a:cubicBezTo>
                  <a:cubicBezTo>
                    <a:pt x="32976" y="657"/>
                    <a:pt x="32862" y="771"/>
                    <a:pt x="32805" y="956"/>
                  </a:cubicBezTo>
                  <a:lnTo>
                    <a:pt x="19612" y="956"/>
                  </a:lnTo>
                  <a:lnTo>
                    <a:pt x="18599" y="1"/>
                  </a:lnTo>
                  <a:close/>
                </a:path>
              </a:pathLst>
            </a:custGeom>
            <a:gradFill rotWithShape="0">
              <a:gsLst>
                <a:gs pos="0">
                  <a:srgbClr val="7800DA"/>
                </a:gs>
                <a:gs pos="100000">
                  <a:srgbClr val="DA0078"/>
                </a:gs>
              </a:gsLst>
              <a:lin ang="13500000"/>
            </a:gradFill>
            <a:ln w="0">
              <a:noFill/>
            </a:ln>
          </p:spPr>
          <p:style>
            <a:lnRef idx="0">
              <a:scrgbClr r="0" g="0" b="0"/>
            </a:lnRef>
            <a:fillRef idx="0">
              <a:scrgbClr r="0" g="0" b="0"/>
            </a:fillRef>
            <a:effectRef idx="0">
              <a:scrgbClr r="0" g="0" b="0"/>
            </a:effectRef>
            <a:fontRef idx="minor"/>
          </p:style>
        </p:sp>
      </p:grpSp>
      <p:sp>
        <p:nvSpPr>
          <p:cNvPr id="22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r>
              <a:rPr lang="en-US" sz="1400" b="0" strike="noStrike" spc="-1">
                <a:solidFill>
                  <a:srgbClr val="000000"/>
                </a:solidFill>
                <a:latin typeface="Arial"/>
              </a:rPr>
              <a:t>Click to edit the title text format</a:t>
            </a:r>
          </a:p>
        </p:txBody>
      </p:sp>
      <p:sp>
        <p:nvSpPr>
          <p:cNvPr id="227"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Google Shape;825;p33"/>
          <p:cNvSpPr/>
          <p:nvPr/>
        </p:nvSpPr>
        <p:spPr>
          <a:xfrm>
            <a:off x="419760" y="1102320"/>
            <a:ext cx="5435640" cy="15530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3000" b="1" strike="noStrike" spc="-1">
                <a:solidFill>
                  <a:srgbClr val="FAFAFA"/>
                </a:solidFill>
                <a:latin typeface="Catamaran"/>
                <a:ea typeface="Catamaran"/>
              </a:rPr>
              <a:t>პირობითი ინსტრუქციები და </a:t>
            </a:r>
            <a:endParaRPr lang="en-US" sz="3000" b="0" strike="noStrike" spc="-1">
              <a:latin typeface="Arial"/>
            </a:endParaRPr>
          </a:p>
          <a:p>
            <a:pPr>
              <a:lnSpc>
                <a:spcPct val="100000"/>
              </a:lnSpc>
              <a:buNone/>
              <a:tabLst>
                <a:tab pos="0" algn="l"/>
              </a:tabLst>
            </a:pPr>
            <a:r>
              <a:rPr lang="en" sz="3000" b="1" strike="noStrike" spc="-1">
                <a:solidFill>
                  <a:srgbClr val="FAFAFA"/>
                </a:solidFill>
                <a:latin typeface="Catamaran"/>
                <a:ea typeface="Catamaran"/>
              </a:rPr>
              <a:t>მათი სინტაქსი</a:t>
            </a:r>
            <a:endParaRPr lang="en-US" sz="3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ოპერატორები</a:t>
            </a:r>
            <a:endParaRPr lang="en-US" sz="3000" b="0" strike="noStrike" spc="-1">
              <a:solidFill>
                <a:srgbClr val="000000"/>
              </a:solidFill>
              <a:latin typeface="Arial"/>
            </a:endParaRPr>
          </a:p>
        </p:txBody>
      </p:sp>
      <p:sp>
        <p:nvSpPr>
          <p:cNvPr id="266" name="PlaceHolder 2"/>
          <p:cNvSpPr>
            <a:spLocks noGrp="1"/>
          </p:cNvSpPr>
          <p:nvPr>
            <p:ph/>
          </p:nvPr>
        </p:nvSpPr>
        <p:spPr>
          <a:xfrm>
            <a:off x="720000" y="1215720"/>
            <a:ext cx="7703640" cy="3416040"/>
          </a:xfrm>
          <a:prstGeom prst="rect">
            <a:avLst/>
          </a:prstGeom>
          <a:noFill/>
          <a:ln w="0">
            <a:noFill/>
          </a:ln>
        </p:spPr>
        <p:txBody>
          <a:bodyPr tIns="91440" bIns="91440" anchor="t">
            <a:noAutofit/>
          </a:bodyPr>
          <a:lstStyle/>
          <a:p>
            <a:pPr>
              <a:lnSpc>
                <a:spcPct val="100000"/>
              </a:lnSpc>
              <a:buNone/>
              <a:tabLst>
                <a:tab pos="0" algn="l"/>
              </a:tabLst>
            </a:pPr>
            <a:r>
              <a:rPr lang="en" sz="1550" b="0" strike="noStrike" spc="-1">
                <a:solidFill>
                  <a:srgbClr val="FAFAFA"/>
                </a:solidFill>
                <a:latin typeface="Catamaran"/>
                <a:ea typeface="Catamaran"/>
              </a:rPr>
              <a:t>ოპერატორები არის სიმბოლოთა შეთანხმება, რომლებიც გამოიყენება ცვლადებზე და მათ მნიშვნელობებზე სხვადასხვა ოპერაციების შესასრულებლად. პითონში გვაქვს ოპერატორების რამდენიმე ჯგუფი.</a:t>
            </a:r>
            <a:endParaRPr lang="en-US" sz="1550" b="0" strike="noStrike" spc="-1">
              <a:solidFill>
                <a:srgbClr val="000000"/>
              </a:solidFill>
              <a:latin typeface="Arial"/>
            </a:endParaRPr>
          </a:p>
          <a:p>
            <a:pPr>
              <a:lnSpc>
                <a:spcPct val="100000"/>
              </a:lnSpc>
              <a:buNone/>
              <a:tabLst>
                <a:tab pos="0" algn="l"/>
              </a:tabLst>
            </a:pP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არითმეტიკული ოპერატორები</a:t>
            </a: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მინიჭების ოპერატორები</a:t>
            </a: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ლოგიკური ოპერატორები</a:t>
            </a: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იდენტურობის ოპერატორები</a:t>
            </a: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არსებობის/წევრობის ოპერატორები</a:t>
            </a:r>
            <a:endParaRPr lang="en-US" sz="1550" b="0" strike="noStrike" spc="-1">
              <a:solidFill>
                <a:srgbClr val="000000"/>
              </a:solidFill>
              <a:latin typeface="Arial"/>
            </a:endParaRPr>
          </a:p>
          <a:p>
            <a:pPr marL="457200" indent="-336600">
              <a:lnSpc>
                <a:spcPct val="100000"/>
              </a:lnSpc>
              <a:buClr>
                <a:srgbClr val="FAFAFA"/>
              </a:buClr>
              <a:buFont typeface="Nunito Light"/>
              <a:buChar char="❖"/>
              <a:tabLst>
                <a:tab pos="0" algn="l"/>
              </a:tabLst>
            </a:pPr>
            <a:r>
              <a:rPr lang="en" sz="1550" b="0" strike="noStrike" spc="-1">
                <a:solidFill>
                  <a:srgbClr val="FAFAFA"/>
                </a:solidFill>
                <a:latin typeface="Catamaran"/>
                <a:ea typeface="Catamaran"/>
              </a:rPr>
              <a:t>შედარების ოპერატორები</a:t>
            </a:r>
            <a:endParaRPr lang="en-US" sz="155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არითმეტიკული ოპერატორები</a:t>
            </a:r>
            <a:endParaRPr lang="en-US" sz="3000" b="0" strike="noStrike" spc="-1">
              <a:solidFill>
                <a:srgbClr val="000000"/>
              </a:solidFill>
              <a:latin typeface="Arial"/>
            </a:endParaRPr>
          </a:p>
        </p:txBody>
      </p:sp>
      <p:graphicFrame>
        <p:nvGraphicFramePr>
          <p:cNvPr id="268" name="Google Shape;837;p35"/>
          <p:cNvGraphicFramePr/>
          <p:nvPr/>
        </p:nvGraphicFramePr>
        <p:xfrm>
          <a:off x="1351800" y="1287720"/>
          <a:ext cx="6440040" cy="3058560"/>
        </p:xfrm>
        <a:graphic>
          <a:graphicData uri="http://schemas.openxmlformats.org/drawingml/2006/table">
            <a:tbl>
              <a:tblPr/>
              <a:tblGrid>
                <a:gridCol w="1609920">
                  <a:extLst>
                    <a:ext uri="{9D8B030D-6E8A-4147-A177-3AD203B41FA5}">
                      <a16:colId xmlns:a16="http://schemas.microsoft.com/office/drawing/2014/main" val="20000"/>
                    </a:ext>
                  </a:extLst>
                </a:gridCol>
                <a:gridCol w="1609920">
                  <a:extLst>
                    <a:ext uri="{9D8B030D-6E8A-4147-A177-3AD203B41FA5}">
                      <a16:colId xmlns:a16="http://schemas.microsoft.com/office/drawing/2014/main" val="20001"/>
                    </a:ext>
                  </a:extLst>
                </a:gridCol>
                <a:gridCol w="1609920">
                  <a:extLst>
                    <a:ext uri="{9D8B030D-6E8A-4147-A177-3AD203B41FA5}">
                      <a16:colId xmlns:a16="http://schemas.microsoft.com/office/drawing/2014/main" val="20002"/>
                    </a:ext>
                  </a:extLst>
                </a:gridCol>
                <a:gridCol w="1610280">
                  <a:extLst>
                    <a:ext uri="{9D8B030D-6E8A-4147-A177-3AD203B41FA5}">
                      <a16:colId xmlns:a16="http://schemas.microsoft.com/office/drawing/2014/main" val="20003"/>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სინტაქსი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აღწერა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შედეგი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შეკრება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4+2</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6</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გამოკლება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5-1</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4</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გამრავლება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2*3</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6</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3"/>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გაყოფა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6/2</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3.0</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4"/>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გაყოფა(მთელი)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6//4</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1</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5"/>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ნაშთი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5%3</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2</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6"/>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ახარისხება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2**3</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8</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ლოგიკური ოპერატორები</a:t>
            </a:r>
            <a:endParaRPr lang="en-US" sz="3000" b="0" strike="noStrike" spc="-1">
              <a:solidFill>
                <a:srgbClr val="000000"/>
              </a:solidFill>
              <a:latin typeface="Arial"/>
            </a:endParaRPr>
          </a:p>
        </p:txBody>
      </p:sp>
      <p:graphicFrame>
        <p:nvGraphicFramePr>
          <p:cNvPr id="272" name="Google Shape;849;p37"/>
          <p:cNvGraphicFramePr/>
          <p:nvPr>
            <p:extLst>
              <p:ext uri="{D42A27DB-BD31-4B8C-83A1-F6EECF244321}">
                <p14:modId xmlns:p14="http://schemas.microsoft.com/office/powerpoint/2010/main" val="3661597537"/>
              </p:ext>
            </p:extLst>
          </p:nvPr>
        </p:nvGraphicFramePr>
        <p:xfrm>
          <a:off x="952560" y="1809720"/>
          <a:ext cx="7238520" cy="2328480"/>
        </p:xfrm>
        <a:graphic>
          <a:graphicData uri="http://schemas.openxmlformats.org/drawingml/2006/table">
            <a:tbl>
              <a:tblPr/>
              <a:tblGrid>
                <a:gridCol w="1250640">
                  <a:extLst>
                    <a:ext uri="{9D8B030D-6E8A-4147-A177-3AD203B41FA5}">
                      <a16:colId xmlns:a16="http://schemas.microsoft.com/office/drawing/2014/main" val="20000"/>
                    </a:ext>
                  </a:extLst>
                </a:gridCol>
                <a:gridCol w="3575160">
                  <a:extLst>
                    <a:ext uri="{9D8B030D-6E8A-4147-A177-3AD203B41FA5}">
                      <a16:colId xmlns:a16="http://schemas.microsoft.com/office/drawing/2014/main" val="20001"/>
                    </a:ext>
                  </a:extLst>
                </a:gridCol>
                <a:gridCol w="2412720">
                  <a:extLst>
                    <a:ext uri="{9D8B030D-6E8A-4147-A177-3AD203B41FA5}">
                      <a16:colId xmlns:a16="http://schemas.microsoft.com/office/drawing/2014/main" val="20002"/>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ოპერატორი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აღწერა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582120">
                <a:tc>
                  <a:txBody>
                    <a:bodyPr/>
                    <a:lstStyle/>
                    <a:p>
                      <a:pPr>
                        <a:lnSpc>
                          <a:spcPct val="100000"/>
                        </a:lnSpc>
                        <a:buNone/>
                        <a:tabLst>
                          <a:tab pos="0" algn="l"/>
                        </a:tabLst>
                      </a:pPr>
                      <a:r>
                        <a:rPr lang="en" sz="1400" b="0" strike="noStrike" spc="-1">
                          <a:solidFill>
                            <a:srgbClr val="FAFAFA"/>
                          </a:solidFill>
                          <a:latin typeface="Arial"/>
                          <a:ea typeface="Arial"/>
                        </a:rPr>
                        <a:t>and</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ორივე პირობა სწორია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&gt; 5 and x &lt; 10</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582120">
                <a:tc>
                  <a:txBody>
                    <a:bodyPr/>
                    <a:lstStyle/>
                    <a:p>
                      <a:pPr>
                        <a:lnSpc>
                          <a:spcPct val="100000"/>
                        </a:lnSpc>
                        <a:buNone/>
                        <a:tabLst>
                          <a:tab pos="0" algn="l"/>
                        </a:tabLst>
                      </a:pPr>
                      <a:r>
                        <a:rPr lang="en" sz="1400" b="0" strike="noStrike" spc="-1">
                          <a:solidFill>
                            <a:srgbClr val="FAFAFA"/>
                          </a:solidFill>
                          <a:latin typeface="Arial"/>
                          <a:ea typeface="Arial"/>
                        </a:rPr>
                        <a:t>or</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ერთ-ერთი პირობა მაინც სწორია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&gt; 0 or x &lt; 0</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r h="781920">
                <a:tc>
                  <a:txBody>
                    <a:bodyPr/>
                    <a:lstStyle/>
                    <a:p>
                      <a:pPr>
                        <a:lnSpc>
                          <a:spcPct val="100000"/>
                        </a:lnSpc>
                        <a:buNone/>
                        <a:tabLst>
                          <a:tab pos="0" algn="l"/>
                        </a:tabLst>
                      </a:pPr>
                      <a:r>
                        <a:rPr lang="en" sz="1400" b="0" strike="noStrike" spc="-1">
                          <a:solidFill>
                            <a:srgbClr val="FAFAFA"/>
                          </a:solidFill>
                          <a:latin typeface="Arial"/>
                          <a:ea typeface="Arial"/>
                        </a:rPr>
                        <a:t>not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პირობით შებრუნებულ მნიშვნელობას, თუ პირობა არის True, დაგვიბრუნებს False</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not(x &lt; 5 and x &lt; 10)</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მინიჭების ოპერატორები</a:t>
            </a:r>
            <a:endParaRPr lang="en-US" sz="3000" b="0" strike="noStrike" spc="-1">
              <a:solidFill>
                <a:srgbClr val="000000"/>
              </a:solidFill>
              <a:latin typeface="Arial"/>
            </a:endParaRPr>
          </a:p>
        </p:txBody>
      </p:sp>
      <p:graphicFrame>
        <p:nvGraphicFramePr>
          <p:cNvPr id="270" name="Google Shape;843;p36"/>
          <p:cNvGraphicFramePr/>
          <p:nvPr/>
        </p:nvGraphicFramePr>
        <p:xfrm>
          <a:off x="952560" y="1209600"/>
          <a:ext cx="7238520" cy="3440880"/>
        </p:xfrm>
        <a:graphic>
          <a:graphicData uri="http://schemas.openxmlformats.org/drawingml/2006/table">
            <a:tbl>
              <a:tblPr/>
              <a:tblGrid>
                <a:gridCol w="2412720">
                  <a:extLst>
                    <a:ext uri="{9D8B030D-6E8A-4147-A177-3AD203B41FA5}">
                      <a16:colId xmlns:a16="http://schemas.microsoft.com/office/drawing/2014/main" val="20000"/>
                    </a:ext>
                  </a:extLst>
                </a:gridCol>
                <a:gridCol w="2412720">
                  <a:extLst>
                    <a:ext uri="{9D8B030D-6E8A-4147-A177-3AD203B41FA5}">
                      <a16:colId xmlns:a16="http://schemas.microsoft.com/office/drawing/2014/main" val="20001"/>
                    </a:ext>
                  </a:extLst>
                </a:gridCol>
                <a:gridCol w="2413080">
                  <a:extLst>
                    <a:ext uri="{9D8B030D-6E8A-4147-A177-3AD203B41FA5}">
                      <a16:colId xmlns:a16="http://schemas.microsoft.com/office/drawing/2014/main" val="20002"/>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ოპერატორი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მნიშვნელობა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3"/>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4"/>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5"/>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6"/>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7"/>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A ** 5</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იდენრუტობის ოპერატორები</a:t>
            </a:r>
            <a:endParaRPr lang="en-US" sz="3000" b="0" strike="noStrike" spc="-1">
              <a:solidFill>
                <a:srgbClr val="000000"/>
              </a:solidFill>
              <a:latin typeface="Arial"/>
            </a:endParaRPr>
          </a:p>
        </p:txBody>
      </p:sp>
      <p:graphicFrame>
        <p:nvGraphicFramePr>
          <p:cNvPr id="274" name="Google Shape;855;p38"/>
          <p:cNvGraphicFramePr/>
          <p:nvPr/>
        </p:nvGraphicFramePr>
        <p:xfrm>
          <a:off x="952560" y="2000160"/>
          <a:ext cx="7238520" cy="1546560"/>
        </p:xfrm>
        <a:graphic>
          <a:graphicData uri="http://schemas.openxmlformats.org/drawingml/2006/table">
            <a:tbl>
              <a:tblPr/>
              <a:tblGrid>
                <a:gridCol w="1303200">
                  <a:extLst>
                    <a:ext uri="{9D8B030D-6E8A-4147-A177-3AD203B41FA5}">
                      <a16:colId xmlns:a16="http://schemas.microsoft.com/office/drawing/2014/main" val="20000"/>
                    </a:ext>
                  </a:extLst>
                </a:gridCol>
                <a:gridCol w="3522600">
                  <a:extLst>
                    <a:ext uri="{9D8B030D-6E8A-4147-A177-3AD203B41FA5}">
                      <a16:colId xmlns:a16="http://schemas.microsoft.com/office/drawing/2014/main" val="20001"/>
                    </a:ext>
                  </a:extLst>
                </a:gridCol>
                <a:gridCol w="2412720">
                  <a:extLst>
                    <a:ext uri="{9D8B030D-6E8A-4147-A177-3AD203B41FA5}">
                      <a16:colId xmlns:a16="http://schemas.microsoft.com/office/drawing/2014/main" val="20002"/>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ოპერატორი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აღწერა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582120">
                <a:tc>
                  <a:txBody>
                    <a:bodyPr/>
                    <a:lstStyle/>
                    <a:p>
                      <a:pPr>
                        <a:lnSpc>
                          <a:spcPct val="100000"/>
                        </a:lnSpc>
                        <a:buNone/>
                        <a:tabLst>
                          <a:tab pos="0" algn="l"/>
                        </a:tabLst>
                      </a:pPr>
                      <a:r>
                        <a:rPr lang="en" sz="1400" b="0" strike="noStrike" spc="-1">
                          <a:solidFill>
                            <a:srgbClr val="FAFAFA"/>
                          </a:solidFill>
                          <a:latin typeface="Arial"/>
                          <a:ea typeface="Arial"/>
                        </a:rPr>
                        <a:t>is</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ცვლადები ერთი და იგივე ობიექტია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is y</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582120">
                <a:tc>
                  <a:txBody>
                    <a:bodyPr/>
                    <a:lstStyle/>
                    <a:p>
                      <a:pPr>
                        <a:lnSpc>
                          <a:spcPct val="100000"/>
                        </a:lnSpc>
                        <a:buNone/>
                        <a:tabLst>
                          <a:tab pos="0" algn="l"/>
                        </a:tabLst>
                      </a:pPr>
                      <a:r>
                        <a:rPr lang="en" sz="1400" b="0" strike="noStrike" spc="-1">
                          <a:solidFill>
                            <a:srgbClr val="FAFAFA"/>
                          </a:solidFill>
                          <a:latin typeface="Arial"/>
                          <a:ea typeface="Arial"/>
                        </a:rPr>
                        <a:t>is not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ცვლადები არ არის ერთი და იგივე ობიექტი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is not y</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არსებობის/წევრობის ოპერატორები</a:t>
            </a:r>
            <a:endParaRPr lang="en-US" sz="3000" b="0" strike="noStrike" spc="-1">
              <a:solidFill>
                <a:srgbClr val="000000"/>
              </a:solidFill>
              <a:latin typeface="Arial"/>
            </a:endParaRPr>
          </a:p>
        </p:txBody>
      </p:sp>
      <p:graphicFrame>
        <p:nvGraphicFramePr>
          <p:cNvPr id="276" name="Google Shape;861;p39"/>
          <p:cNvGraphicFramePr/>
          <p:nvPr/>
        </p:nvGraphicFramePr>
        <p:xfrm>
          <a:off x="952560" y="2000160"/>
          <a:ext cx="7238520" cy="1546560"/>
        </p:xfrm>
        <a:graphic>
          <a:graphicData uri="http://schemas.openxmlformats.org/drawingml/2006/table">
            <a:tbl>
              <a:tblPr/>
              <a:tblGrid>
                <a:gridCol w="1303200">
                  <a:extLst>
                    <a:ext uri="{9D8B030D-6E8A-4147-A177-3AD203B41FA5}">
                      <a16:colId xmlns:a16="http://schemas.microsoft.com/office/drawing/2014/main" val="20000"/>
                    </a:ext>
                  </a:extLst>
                </a:gridCol>
                <a:gridCol w="3522600">
                  <a:extLst>
                    <a:ext uri="{9D8B030D-6E8A-4147-A177-3AD203B41FA5}">
                      <a16:colId xmlns:a16="http://schemas.microsoft.com/office/drawing/2014/main" val="20001"/>
                    </a:ext>
                  </a:extLst>
                </a:gridCol>
                <a:gridCol w="2412720">
                  <a:extLst>
                    <a:ext uri="{9D8B030D-6E8A-4147-A177-3AD203B41FA5}">
                      <a16:colId xmlns:a16="http://schemas.microsoft.com/office/drawing/2014/main" val="20002"/>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ოპერატორი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აღწერა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582120">
                <a:tc>
                  <a:txBody>
                    <a:bodyPr/>
                    <a:lstStyle/>
                    <a:p>
                      <a:pPr>
                        <a:lnSpc>
                          <a:spcPct val="100000"/>
                        </a:lnSpc>
                        <a:buNone/>
                        <a:tabLst>
                          <a:tab pos="0" algn="l"/>
                        </a:tabLst>
                      </a:pPr>
                      <a:r>
                        <a:rPr lang="en" sz="1400" b="0" strike="noStrike" spc="-1">
                          <a:solidFill>
                            <a:srgbClr val="FAFAFA"/>
                          </a:solidFill>
                          <a:latin typeface="Arial"/>
                          <a:ea typeface="Arial"/>
                        </a:rPr>
                        <a:t>in</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ობიექტი შეიცავს მითითებულ მნიშვნელობას</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in y</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582120">
                <a:tc>
                  <a:txBody>
                    <a:bodyPr/>
                    <a:lstStyle/>
                    <a:p>
                      <a:pPr>
                        <a:lnSpc>
                          <a:spcPct val="100000"/>
                        </a:lnSpc>
                        <a:buNone/>
                        <a:tabLst>
                          <a:tab pos="0" algn="l"/>
                        </a:tabLst>
                      </a:pPr>
                      <a:r>
                        <a:rPr lang="en" sz="1400" b="0" strike="noStrike" spc="-1">
                          <a:solidFill>
                            <a:srgbClr val="FAFAFA"/>
                          </a:solidFill>
                          <a:latin typeface="Arial"/>
                          <a:ea typeface="Arial"/>
                        </a:rPr>
                        <a:t>not in</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აბრუნებს True-ს თუ ობიექტი არ შეიცავს მითითებულ მნიშვნელობას</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x not in y</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p:cNvSpPr>
          <p:nvPr>
            <p:ph type="title"/>
          </p:nvPr>
        </p:nvSpPr>
        <p:spPr>
          <a:xfrm>
            <a:off x="720000" y="444960"/>
            <a:ext cx="7703640" cy="572400"/>
          </a:xfrm>
          <a:prstGeom prst="rect">
            <a:avLst/>
          </a:prstGeom>
          <a:noFill/>
          <a:ln w="0">
            <a:noFill/>
          </a:ln>
        </p:spPr>
        <p:txBody>
          <a:bodyPr tIns="91440" bIns="91440" anchor="t">
            <a:noAutofit/>
          </a:bodyPr>
          <a:lstStyle/>
          <a:p>
            <a:pPr algn="ctr">
              <a:lnSpc>
                <a:spcPct val="100000"/>
              </a:lnSpc>
              <a:buNone/>
              <a:tabLst>
                <a:tab pos="0" algn="l"/>
              </a:tabLst>
            </a:pPr>
            <a:r>
              <a:rPr lang="en" sz="3000" b="1" strike="noStrike" spc="-1">
                <a:solidFill>
                  <a:srgbClr val="FAFAFA"/>
                </a:solidFill>
                <a:latin typeface="Catamaran"/>
                <a:ea typeface="Catamaran"/>
              </a:rPr>
              <a:t>შედარების ოპერატორები</a:t>
            </a:r>
            <a:endParaRPr lang="en-US" sz="3000" b="0" strike="noStrike" spc="-1">
              <a:solidFill>
                <a:srgbClr val="000000"/>
              </a:solidFill>
              <a:latin typeface="Arial"/>
            </a:endParaRPr>
          </a:p>
        </p:txBody>
      </p:sp>
      <p:graphicFrame>
        <p:nvGraphicFramePr>
          <p:cNvPr id="278" name="Google Shape;867;p40"/>
          <p:cNvGraphicFramePr/>
          <p:nvPr/>
        </p:nvGraphicFramePr>
        <p:xfrm>
          <a:off x="952560" y="1238400"/>
          <a:ext cx="7238520" cy="2676240"/>
        </p:xfrm>
        <a:graphic>
          <a:graphicData uri="http://schemas.openxmlformats.org/drawingml/2006/table">
            <a:tbl>
              <a:tblPr/>
              <a:tblGrid>
                <a:gridCol w="1918080">
                  <a:extLst>
                    <a:ext uri="{9D8B030D-6E8A-4147-A177-3AD203B41FA5}">
                      <a16:colId xmlns:a16="http://schemas.microsoft.com/office/drawing/2014/main" val="20000"/>
                    </a:ext>
                  </a:extLst>
                </a:gridCol>
                <a:gridCol w="1895400">
                  <a:extLst>
                    <a:ext uri="{9D8B030D-6E8A-4147-A177-3AD203B41FA5}">
                      <a16:colId xmlns:a16="http://schemas.microsoft.com/office/drawing/2014/main" val="20001"/>
                    </a:ext>
                  </a:extLst>
                </a:gridCol>
                <a:gridCol w="3425040">
                  <a:extLst>
                    <a:ext uri="{9D8B030D-6E8A-4147-A177-3AD203B41FA5}">
                      <a16:colId xmlns:a16="http://schemas.microsoft.com/office/drawing/2014/main" val="20002"/>
                    </a:ext>
                  </a:extLst>
                </a:gridCol>
              </a:tblGrid>
              <a:tr h="382320">
                <a:tc>
                  <a:txBody>
                    <a:bodyPr/>
                    <a:lstStyle/>
                    <a:p>
                      <a:pPr>
                        <a:lnSpc>
                          <a:spcPct val="100000"/>
                        </a:lnSpc>
                        <a:buNone/>
                        <a:tabLst>
                          <a:tab pos="0" algn="l"/>
                        </a:tabLst>
                      </a:pPr>
                      <a:r>
                        <a:rPr lang="en" sz="1400" b="0" strike="noStrike" spc="-1">
                          <a:solidFill>
                            <a:srgbClr val="FAFAFA"/>
                          </a:solidFill>
                          <a:latin typeface="Arial"/>
                          <a:ea typeface="Arial"/>
                        </a:rPr>
                        <a:t>ოპერატორი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მაგალითი</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მნიშვნელობა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0"/>
                  </a:ext>
                </a:extLst>
              </a:tr>
              <a:tr h="382320">
                <a:tc>
                  <a:txBody>
                    <a:bodyPr/>
                    <a:lstStyle/>
                    <a:p>
                      <a:pPr>
                        <a:lnSpc>
                          <a:spcPct val="100000"/>
                        </a:lnSpc>
                        <a:buNone/>
                        <a:tabLst>
                          <a:tab pos="0" algn="l"/>
                        </a:tabLst>
                      </a:pPr>
                      <a:r>
                        <a:rPr lang="en" sz="1400" b="0" strike="noStrike" spc="-1">
                          <a:solidFill>
                            <a:srgbClr val="FAFAFA"/>
                          </a:solidFill>
                          <a:latin typeface="Arial"/>
                          <a:ea typeface="Arial"/>
                        </a:rPr>
                        <a:t>&gt;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&gt; b</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მეტია b-ზე</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1"/>
                  </a:ext>
                </a:extLst>
              </a:tr>
              <a:tr h="382320">
                <a:tc>
                  <a:txBody>
                    <a:bodyPr/>
                    <a:lstStyle/>
                    <a:p>
                      <a:pPr>
                        <a:lnSpc>
                          <a:spcPct val="100000"/>
                        </a:lnSpc>
                        <a:buNone/>
                        <a:tabLst>
                          <a:tab pos="0" algn="l"/>
                        </a:tabLst>
                      </a:pPr>
                      <a:r>
                        <a:rPr lang="en" sz="1400" b="0" strike="noStrike" spc="-1">
                          <a:solidFill>
                            <a:srgbClr val="FAFAFA"/>
                          </a:solidFill>
                          <a:latin typeface="Arial"/>
                          <a:ea typeface="Arial"/>
                        </a:rPr>
                        <a:t>&lt;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&lt; b</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ნაკლებია b-ზე</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2"/>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b </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და b ერთმანეთის ტოლია</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3"/>
                  </a:ext>
                </a:extLst>
              </a:tr>
              <a:tr h="382320">
                <a:tc>
                  <a:txBody>
                    <a:bodyPr/>
                    <a:lstStyle/>
                    <a:p>
                      <a:pPr>
                        <a:lnSpc>
                          <a:spcPct val="100000"/>
                        </a:lnSpc>
                        <a:buNone/>
                        <a:tabLst>
                          <a:tab pos="0" algn="l"/>
                        </a:tabLst>
                      </a:pPr>
                      <a:r>
                        <a:rPr lang="en" sz="1400" b="0" strike="noStrike" spc="-1">
                          <a:solidFill>
                            <a:srgbClr val="FAFAFA"/>
                          </a:solidFill>
                          <a:latin typeface="Arial"/>
                          <a:ea typeface="Arial"/>
                        </a:rPr>
                        <a: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 b</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და b ერთმანეთის ტოლი არ არის</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4"/>
                  </a:ext>
                </a:extLst>
              </a:tr>
              <a:tr h="382320">
                <a:tc>
                  <a:txBody>
                    <a:bodyPr/>
                    <a:lstStyle/>
                    <a:p>
                      <a:pPr>
                        <a:lnSpc>
                          <a:spcPct val="100000"/>
                        </a:lnSpc>
                        <a:buNone/>
                        <a:tabLst>
                          <a:tab pos="0" algn="l"/>
                        </a:tabLst>
                      </a:pPr>
                      <a:r>
                        <a:rPr lang="en" sz="1400" b="0" strike="noStrike" spc="-1">
                          <a:solidFill>
                            <a:srgbClr val="FAFAFA"/>
                          </a:solidFill>
                          <a:latin typeface="Arial"/>
                          <a:ea typeface="Arial"/>
                        </a:rPr>
                        <a:t>&gt;=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&gt;= b</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მეტია ან ტოლია b-ზე</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5"/>
                  </a:ext>
                </a:extLst>
              </a:tr>
              <a:tr h="382320">
                <a:tc>
                  <a:txBody>
                    <a:bodyPr/>
                    <a:lstStyle/>
                    <a:p>
                      <a:pPr>
                        <a:lnSpc>
                          <a:spcPct val="100000"/>
                        </a:lnSpc>
                        <a:buNone/>
                        <a:tabLst>
                          <a:tab pos="0" algn="l"/>
                        </a:tabLst>
                      </a:pPr>
                      <a:r>
                        <a:rPr lang="en" sz="1400" b="0" strike="noStrike" spc="-1">
                          <a:solidFill>
                            <a:srgbClr val="FAFAFA"/>
                          </a:solidFill>
                          <a:latin typeface="Arial"/>
                          <a:ea typeface="Arial"/>
                        </a:rPr>
                        <a:t>&lt;=</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&lt;= b</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a:lstStyle/>
                    <a:p>
                      <a:pPr>
                        <a:lnSpc>
                          <a:spcPct val="100000"/>
                        </a:lnSpc>
                        <a:buNone/>
                        <a:tabLst>
                          <a:tab pos="0" algn="l"/>
                        </a:tabLst>
                      </a:pPr>
                      <a:r>
                        <a:rPr lang="en" sz="1400" b="0" strike="noStrike" spc="-1">
                          <a:solidFill>
                            <a:srgbClr val="FAFAFA"/>
                          </a:solidFill>
                          <a:latin typeface="Arial"/>
                          <a:ea typeface="Arial"/>
                        </a:rPr>
                        <a:t>a ნაკლებია ან ტოლია b-ze</a:t>
                      </a:r>
                      <a:endParaRPr lang="en-US" sz="1400" b="0" strike="noStrike" spc="-1">
                        <a:latin typeface="Arial"/>
                      </a:endParaRPr>
                    </a:p>
                  </a:txBody>
                  <a:tcPr marL="91080" marR="91080">
                    <a:lnL w="9360">
                      <a:solidFill>
                        <a:srgbClr val="9E9E9E"/>
                      </a:solidFill>
                    </a:lnL>
                    <a:lnR w="9360">
                      <a:solidFill>
                        <a:srgbClr val="9E9E9E"/>
                      </a:solidFill>
                    </a:lnR>
                    <a:lnT w="9360">
                      <a:solidFill>
                        <a:srgbClr val="9E9E9E"/>
                      </a:solidFill>
                    </a:lnT>
                    <a:lnB w="9360">
                      <a:solidFill>
                        <a:srgbClr val="9E9E9E"/>
                      </a:solid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Google Shape;872;p41"/>
          <p:cNvSpPr/>
          <p:nvPr/>
        </p:nvSpPr>
        <p:spPr>
          <a:xfrm>
            <a:off x="1471680" y="307440"/>
            <a:ext cx="6200280" cy="639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buNone/>
              <a:tabLst>
                <a:tab pos="0" algn="l"/>
              </a:tabLst>
            </a:pPr>
            <a:r>
              <a:rPr lang="en" sz="3000" b="1" strike="noStrike" spc="-1">
                <a:solidFill>
                  <a:srgbClr val="FAFAFA"/>
                </a:solidFill>
                <a:latin typeface="Catamaran"/>
                <a:ea typeface="Catamaran"/>
              </a:rPr>
              <a:t>პირობითი ოპერატორი (if)</a:t>
            </a:r>
            <a:endParaRPr lang="en-US" sz="3000" b="0" strike="noStrike" spc="-1">
              <a:latin typeface="Arial"/>
            </a:endParaRPr>
          </a:p>
        </p:txBody>
      </p:sp>
      <p:pic>
        <p:nvPicPr>
          <p:cNvPr id="280" name="Google Shape;873;p41"/>
          <p:cNvPicPr/>
          <p:nvPr/>
        </p:nvPicPr>
        <p:blipFill>
          <a:blip r:embed="rId2"/>
          <a:stretch/>
        </p:blipFill>
        <p:spPr>
          <a:xfrm>
            <a:off x="1184760" y="3217320"/>
            <a:ext cx="2781000" cy="1095120"/>
          </a:xfrm>
          <a:prstGeom prst="rect">
            <a:avLst/>
          </a:prstGeom>
          <a:ln w="0">
            <a:noFill/>
          </a:ln>
        </p:spPr>
      </p:pic>
      <p:sp>
        <p:nvSpPr>
          <p:cNvPr id="281" name="Google Shape;874;p41"/>
          <p:cNvSpPr/>
          <p:nvPr/>
        </p:nvSpPr>
        <p:spPr>
          <a:xfrm>
            <a:off x="1184760" y="1017360"/>
            <a:ext cx="7459920" cy="1674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პირობითი ოპერატორი არის ოპერატორი, რომელიც ამოწმებს ჩვენს მიერ გადაცემული პირობის სისწორეს და თუ ეს პირობა არის სწორი, მაშინ ასრულებს ლოგიკას, რომელსაც მის ბლოკში აღვწერთ, ხოლო თუ პირობა არის არასწორი, მაშინ პროგრამა გადაახტება ჩვენს ოპერატორს და გააგრძელებს მუშაობას, პირობითი ოპერატორის ბლოკის აღწერისათვის ვიყენებთ ინდენტაციებს, რომელიც ნიშნავს, რომ ჩვენი დაწერილი კოდი უნდა იწყებოდეს მარცხნიდან ოთხი გამოტოვებული ცარიელი ადგილის შემდეგ</a:t>
            </a:r>
            <a:endParaRPr lang="en-US" sz="1400" b="0" strike="noStrike" spc="-1">
              <a:latin typeface="Arial"/>
            </a:endParaRPr>
          </a:p>
        </p:txBody>
      </p:sp>
      <p:pic>
        <p:nvPicPr>
          <p:cNvPr id="282" name="Google Shape;875;p41"/>
          <p:cNvPicPr/>
          <p:nvPr/>
        </p:nvPicPr>
        <p:blipFill>
          <a:blip r:embed="rId3"/>
          <a:stretch/>
        </p:blipFill>
        <p:spPr>
          <a:xfrm>
            <a:off x="5344560" y="3256200"/>
            <a:ext cx="1771200" cy="342720"/>
          </a:xfrm>
          <a:prstGeom prst="rect">
            <a:avLst/>
          </a:prstGeom>
          <a:ln w="0">
            <a:noFill/>
          </a:ln>
        </p:spPr>
      </p:pic>
      <p:sp>
        <p:nvSpPr>
          <p:cNvPr id="283" name="Google Shape;876;p41"/>
          <p:cNvSpPr/>
          <p:nvPr/>
        </p:nvSpPr>
        <p:spPr>
          <a:xfrm>
            <a:off x="1184760" y="2710800"/>
            <a:ext cx="278100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მაგალითი:</a:t>
            </a:r>
            <a:endParaRPr lang="en-US" sz="1400" b="0" strike="noStrike" spc="-1">
              <a:latin typeface="Arial"/>
            </a:endParaRPr>
          </a:p>
        </p:txBody>
      </p:sp>
      <p:sp>
        <p:nvSpPr>
          <p:cNvPr id="284" name="Google Shape;877;p41"/>
          <p:cNvSpPr/>
          <p:nvPr/>
        </p:nvSpPr>
        <p:spPr>
          <a:xfrm>
            <a:off x="1184760" y="2710800"/>
            <a:ext cx="278100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მაგალითი:</a:t>
            </a:r>
            <a:endParaRPr lang="en-US" sz="1400" b="0" strike="noStrike" spc="-1">
              <a:latin typeface="Arial"/>
            </a:endParaRPr>
          </a:p>
        </p:txBody>
      </p:sp>
      <p:sp>
        <p:nvSpPr>
          <p:cNvPr id="285" name="Google Shape;878;p41"/>
          <p:cNvSpPr/>
          <p:nvPr/>
        </p:nvSpPr>
        <p:spPr>
          <a:xfrm>
            <a:off x="5303520" y="2710800"/>
            <a:ext cx="185328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შედეგი:</a:t>
            </a:r>
            <a:endParaRPr lang="en-US" sz="14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 name="Google Shape;883;p42"/>
          <p:cNvPicPr/>
          <p:nvPr/>
        </p:nvPicPr>
        <p:blipFill>
          <a:blip r:embed="rId2"/>
          <a:stretch/>
        </p:blipFill>
        <p:spPr>
          <a:xfrm>
            <a:off x="1292040" y="3091680"/>
            <a:ext cx="2866680" cy="1685520"/>
          </a:xfrm>
          <a:prstGeom prst="rect">
            <a:avLst/>
          </a:prstGeom>
          <a:ln w="0">
            <a:noFill/>
          </a:ln>
        </p:spPr>
      </p:pic>
      <p:pic>
        <p:nvPicPr>
          <p:cNvPr id="287" name="Google Shape;884;p42"/>
          <p:cNvPicPr/>
          <p:nvPr/>
        </p:nvPicPr>
        <p:blipFill>
          <a:blip r:embed="rId3"/>
          <a:stretch/>
        </p:blipFill>
        <p:spPr>
          <a:xfrm>
            <a:off x="5410800" y="3091680"/>
            <a:ext cx="1542600" cy="352080"/>
          </a:xfrm>
          <a:prstGeom prst="rect">
            <a:avLst/>
          </a:prstGeom>
          <a:ln w="0">
            <a:noFill/>
          </a:ln>
        </p:spPr>
      </p:pic>
      <p:sp>
        <p:nvSpPr>
          <p:cNvPr id="288" name="Google Shape;885;p42"/>
          <p:cNvSpPr/>
          <p:nvPr/>
        </p:nvSpPr>
        <p:spPr>
          <a:xfrm>
            <a:off x="1471680" y="307440"/>
            <a:ext cx="6529320" cy="6400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buNone/>
              <a:tabLst>
                <a:tab pos="0" algn="l"/>
              </a:tabLst>
            </a:pPr>
            <a:r>
              <a:rPr lang="en" sz="3000" b="1" strike="noStrike" spc="-1">
                <a:solidFill>
                  <a:srgbClr val="FAFAFA"/>
                </a:solidFill>
                <a:latin typeface="Catamaran"/>
                <a:ea typeface="Catamaran"/>
              </a:rPr>
              <a:t>პირობითი ოპერატორი (if else)</a:t>
            </a:r>
            <a:endParaRPr lang="en-US" sz="3000" b="0" strike="noStrike" spc="-1">
              <a:latin typeface="Arial"/>
            </a:endParaRPr>
          </a:p>
        </p:txBody>
      </p:sp>
      <p:sp>
        <p:nvSpPr>
          <p:cNvPr id="289" name="Google Shape;886;p42"/>
          <p:cNvSpPr/>
          <p:nvPr/>
        </p:nvSpPr>
        <p:spPr>
          <a:xfrm>
            <a:off x="1292040" y="1034640"/>
            <a:ext cx="7045200" cy="1674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Python-ში არსებობს მეორე ტიპის პირობითი ოპერატორი, რომელიც შეიცავს if-ს, თუმცა მას გააჩნია else ოპერატორი, რომელიც if-ის პირობის არ შესრულების შემთხვევაში მოქმედებს, თუ არ შესრულდება if-ში ჩვენს მიერ მიწოდებული პირობა იგი ავტომატურად გადავა else-ს ბლოკში და შეასრულებს შესაბამის ლოგიკას, მისი სინტაქსის მიხედვით არ არის საჭირო მივაწოდოთ პირობა, ხოლო მისი ბლოკი იწერება if-ის მსგავსად ინდენტაციების გამოყენებით</a:t>
            </a:r>
            <a:endParaRPr lang="en-US" sz="1400" b="0" strike="noStrike" spc="-1">
              <a:latin typeface="Arial"/>
            </a:endParaRPr>
          </a:p>
        </p:txBody>
      </p:sp>
      <p:sp>
        <p:nvSpPr>
          <p:cNvPr id="290" name="Google Shape;887;p42"/>
          <p:cNvSpPr/>
          <p:nvPr/>
        </p:nvSpPr>
        <p:spPr>
          <a:xfrm>
            <a:off x="1292040" y="2691360"/>
            <a:ext cx="278100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მაგალითი:</a:t>
            </a:r>
            <a:endParaRPr lang="en-US" sz="1400" b="0" strike="noStrike" spc="-1">
              <a:latin typeface="Arial"/>
            </a:endParaRPr>
          </a:p>
        </p:txBody>
      </p:sp>
      <p:sp>
        <p:nvSpPr>
          <p:cNvPr id="291" name="Google Shape;888;p42"/>
          <p:cNvSpPr/>
          <p:nvPr/>
        </p:nvSpPr>
        <p:spPr>
          <a:xfrm>
            <a:off x="1292040" y="2691360"/>
            <a:ext cx="278100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მაგალითი:</a:t>
            </a:r>
            <a:endParaRPr lang="en-US" sz="1400" b="0" strike="noStrike" spc="-1">
              <a:latin typeface="Arial"/>
            </a:endParaRPr>
          </a:p>
        </p:txBody>
      </p:sp>
      <p:sp>
        <p:nvSpPr>
          <p:cNvPr id="292" name="Google Shape;889;p42"/>
          <p:cNvSpPr/>
          <p:nvPr/>
        </p:nvSpPr>
        <p:spPr>
          <a:xfrm>
            <a:off x="5410800" y="2691360"/>
            <a:ext cx="1853280" cy="3956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შედეგი:</a:t>
            </a:r>
            <a:endParaRPr lang="en-US" sz="1400" b="0" strike="noStrike" spc="-1">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Google Shape;894;p43"/>
          <p:cNvSpPr/>
          <p:nvPr/>
        </p:nvSpPr>
        <p:spPr>
          <a:xfrm>
            <a:off x="1143000" y="307440"/>
            <a:ext cx="7443720" cy="6400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buNone/>
              <a:tabLst>
                <a:tab pos="0" algn="l"/>
              </a:tabLst>
            </a:pPr>
            <a:r>
              <a:rPr lang="en" sz="3000" b="1" strike="noStrike" spc="-1">
                <a:solidFill>
                  <a:srgbClr val="FAFAFA"/>
                </a:solidFill>
                <a:latin typeface="Catamaran"/>
                <a:ea typeface="Catamaran"/>
              </a:rPr>
              <a:t>პირობითი ოპერატორი (if elif else)</a:t>
            </a:r>
            <a:endParaRPr lang="en-US" sz="3000" b="0" strike="noStrike" spc="-1">
              <a:latin typeface="Arial"/>
            </a:endParaRPr>
          </a:p>
        </p:txBody>
      </p:sp>
      <p:sp>
        <p:nvSpPr>
          <p:cNvPr id="294" name="Google Shape;895;p43"/>
          <p:cNvSpPr/>
          <p:nvPr/>
        </p:nvSpPr>
        <p:spPr>
          <a:xfrm>
            <a:off x="1402200" y="1064880"/>
            <a:ext cx="6867720" cy="1674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Python-ში ასევე გვაქვს მესამე ტიპის ოპერატორი, რომელიც მოიცავს if და else, თუმცა მათ შორის იწერება elif, რომელიც შემოკლებული ფორმაა else if-ის, და  if-ის მსგავსად მასაც უნდა მივაწოდოთ პირობა, რომლის სისწორის შემთხვევაშიც იგი შეასრულებს შესაბამის ლოგიკას და იგი ამოქმედდება მხოლოდ მაშინ, თუ if-ში მიწოდებული პირობა არ არის სწორი, თუ elif-ში მიწოდებული პირობა არ არის სწორი, მაშინ ავტომატურად გადავა else ბლოკზე და შეასრულებს შესაბამის პირობას, elif სინტაქსი არის if-ის მსგავსი</a:t>
            </a:r>
            <a:endParaRPr lang="en-US" sz="1400" b="0" strike="noStrike" spc="-1">
              <a:latin typeface="Arial"/>
            </a:endParaRPr>
          </a:p>
        </p:txBody>
      </p:sp>
      <p:pic>
        <p:nvPicPr>
          <p:cNvPr id="295" name="Google Shape;896;p43"/>
          <p:cNvPicPr/>
          <p:nvPr/>
        </p:nvPicPr>
        <p:blipFill>
          <a:blip r:embed="rId2"/>
          <a:stretch/>
        </p:blipFill>
        <p:spPr>
          <a:xfrm>
            <a:off x="734760" y="2868840"/>
            <a:ext cx="4077360" cy="2080440"/>
          </a:xfrm>
          <a:prstGeom prst="rect">
            <a:avLst/>
          </a:prstGeom>
          <a:ln w="0">
            <a:noFill/>
          </a:ln>
        </p:spPr>
      </p:pic>
      <p:pic>
        <p:nvPicPr>
          <p:cNvPr id="296" name="Google Shape;897;p43"/>
          <p:cNvPicPr/>
          <p:nvPr/>
        </p:nvPicPr>
        <p:blipFill>
          <a:blip r:embed="rId3"/>
          <a:stretch/>
        </p:blipFill>
        <p:spPr>
          <a:xfrm>
            <a:off x="6067080" y="2868840"/>
            <a:ext cx="2123640" cy="27576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Google Shape;902;p44"/>
          <p:cNvSpPr/>
          <p:nvPr/>
        </p:nvSpPr>
        <p:spPr>
          <a:xfrm>
            <a:off x="598320" y="479880"/>
            <a:ext cx="7947360" cy="639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gn="ctr">
              <a:lnSpc>
                <a:spcPct val="100000"/>
              </a:lnSpc>
              <a:buNone/>
              <a:tabLst>
                <a:tab pos="0" algn="l"/>
              </a:tabLst>
            </a:pPr>
            <a:r>
              <a:rPr lang="en" sz="3000" b="1" strike="noStrike" spc="-1">
                <a:solidFill>
                  <a:srgbClr val="FAFAFA"/>
                </a:solidFill>
                <a:latin typeface="Catamaran"/>
                <a:ea typeface="Catamaran"/>
              </a:rPr>
              <a:t>ერთმანეთში ჩადგმული ოპერატორები</a:t>
            </a:r>
            <a:endParaRPr lang="en-US" sz="3000" b="0" strike="noStrike" spc="-1">
              <a:latin typeface="Arial"/>
            </a:endParaRPr>
          </a:p>
        </p:txBody>
      </p:sp>
      <p:sp>
        <p:nvSpPr>
          <p:cNvPr id="298" name="Google Shape;903;p44"/>
          <p:cNvSpPr/>
          <p:nvPr/>
        </p:nvSpPr>
        <p:spPr>
          <a:xfrm>
            <a:off x="1087200" y="1364760"/>
            <a:ext cx="7819920" cy="82188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spAutoFit/>
          </a:bodyPr>
          <a:lstStyle/>
          <a:p>
            <a:pPr>
              <a:lnSpc>
                <a:spcPct val="100000"/>
              </a:lnSpc>
              <a:buNone/>
              <a:tabLst>
                <a:tab pos="0" algn="l"/>
              </a:tabLst>
            </a:pPr>
            <a:r>
              <a:rPr lang="en" sz="1400" b="0" strike="noStrike" spc="-1">
                <a:solidFill>
                  <a:srgbClr val="FAFAFA"/>
                </a:solidFill>
                <a:latin typeface="Catamaran"/>
                <a:ea typeface="Catamaran"/>
              </a:rPr>
              <a:t>Python-ში შეგვიძლია if-elif-else კონსტრუქციები ჩავდგათ ერთმანეთში, რაც ნიშნავს, რომ if-ში ჩადგმული if ამოქმედდება მხოლოდ პირველი if პირობის შესრულების შემთხვევაში, ჩადგმულ if-ს კი ისევ ინდენტაციის დაცვის გზით ვუწერთ თავის ბლოკს</a:t>
            </a:r>
            <a:endParaRPr lang="en-US" sz="1400" b="0" strike="noStrike" spc="-1">
              <a:latin typeface="Arial"/>
            </a:endParaRPr>
          </a:p>
        </p:txBody>
      </p:sp>
      <p:pic>
        <p:nvPicPr>
          <p:cNvPr id="299" name="Google Shape;904;p44"/>
          <p:cNvPicPr/>
          <p:nvPr/>
        </p:nvPicPr>
        <p:blipFill>
          <a:blip r:embed="rId2"/>
          <a:stretch/>
        </p:blipFill>
        <p:spPr>
          <a:xfrm>
            <a:off x="3092040" y="2243520"/>
            <a:ext cx="2959200" cy="2642400"/>
          </a:xfrm>
          <a:prstGeom prst="rect">
            <a:avLst/>
          </a:prstGeom>
          <a:ln w="0">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2E2E2E"/>
      </a:dk2>
      <a:lt2>
        <a:srgbClr val="0F0F0F"/>
      </a:lt2>
      <a:accent1>
        <a:srgbClr val="00C3DA"/>
      </a:accent1>
      <a:accent2>
        <a:srgbClr val="0B8EDA"/>
      </a:accent2>
      <a:accent3>
        <a:srgbClr val="7800DA"/>
      </a:accent3>
      <a:accent4>
        <a:srgbClr val="DA0078"/>
      </a:accent4>
      <a:accent5>
        <a:srgbClr val="FFFFFF"/>
      </a:accent5>
      <a:accent6>
        <a:srgbClr val="FFFFFF"/>
      </a:accent6>
      <a:hlink>
        <a:srgbClr val="FAFAFA"/>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9CA5A48C1A65B418A43640AA64E1795" ma:contentTypeVersion="14" ma:contentTypeDescription="Create a new document." ma:contentTypeScope="" ma:versionID="bcc7e461438bf4bcaf69ad71dae88793">
  <xsd:schema xmlns:xsd="http://www.w3.org/2001/XMLSchema" xmlns:xs="http://www.w3.org/2001/XMLSchema" xmlns:p="http://schemas.microsoft.com/office/2006/metadata/properties" xmlns:ns2="9155f2e7-0b37-4d9a-a259-9ce3c9e8b83d" xmlns:ns3="1c85d89f-0cc1-45bd-a914-0085e0d46739" targetNamespace="http://schemas.microsoft.com/office/2006/metadata/properties" ma:root="true" ma:fieldsID="243551b0aaccea214554b1bc93b04203" ns2:_="" ns3:_="">
    <xsd:import namespace="9155f2e7-0b37-4d9a-a259-9ce3c9e8b83d"/>
    <xsd:import namespace="1c85d89f-0cc1-45bd-a914-0085e0d4673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55f2e7-0b37-4d9a-a259-9ce3c9e8b8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34b8e8dd-1825-4134-a8d0-63b7970bc4a4"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c85d89f-0cc1-45bd-a914-0085e0d46739"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019656fc-d750-472b-bcb0-06e2d8d43616}" ma:internalName="TaxCatchAll" ma:showField="CatchAllData" ma:web="1c85d89f-0cc1-45bd-a914-0085e0d4673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155f2e7-0b37-4d9a-a259-9ce3c9e8b83d">
      <Terms xmlns="http://schemas.microsoft.com/office/infopath/2007/PartnerControls"/>
    </lcf76f155ced4ddcb4097134ff3c332f>
    <TaxCatchAll xmlns="1c85d89f-0cc1-45bd-a914-0085e0d4673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69EB5CA-C78C-4B35-A18B-564D97A504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55f2e7-0b37-4d9a-a259-9ce3c9e8b83d"/>
    <ds:schemaRef ds:uri="1c85d89f-0cc1-45bd-a914-0085e0d467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B75D7B-6453-44F9-B762-1F623E571ED5}">
  <ds:schemaRefs>
    <ds:schemaRef ds:uri="http://schemas.microsoft.com/office/2006/metadata/properties"/>
    <ds:schemaRef ds:uri="http://schemas.microsoft.com/office/infopath/2007/PartnerControls"/>
    <ds:schemaRef ds:uri="9155f2e7-0b37-4d9a-a259-9ce3c9e8b83d"/>
    <ds:schemaRef ds:uri="1c85d89f-0cc1-45bd-a914-0085e0d46739"/>
  </ds:schemaRefs>
</ds:datastoreItem>
</file>

<file path=customXml/itemProps3.xml><?xml version="1.0" encoding="utf-8"?>
<ds:datastoreItem xmlns:ds="http://schemas.openxmlformats.org/officeDocument/2006/customXml" ds:itemID="{8BE2AF80-E710-4361-874B-686047F7792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131</TotalTime>
  <Words>603</Words>
  <Application>Microsoft Office PowerPoint</Application>
  <PresentationFormat>On-screen Show (16:9)</PresentationFormat>
  <Paragraphs>141</Paragraphs>
  <Slides>12</Slides>
  <Notes>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12</vt:i4>
      </vt:variant>
    </vt:vector>
  </HeadingPairs>
  <TitlesOfParts>
    <vt:vector size="22" baseType="lpstr">
      <vt:lpstr>Arial</vt:lpstr>
      <vt:lpstr>Catamaran</vt:lpstr>
      <vt:lpstr>DejaVu Sans</vt:lpstr>
      <vt:lpstr>Nunito Light</vt:lpstr>
      <vt:lpstr>Symbol</vt:lpstr>
      <vt:lpstr>Wingdings</vt:lpstr>
      <vt:lpstr>Office Theme</vt:lpstr>
      <vt:lpstr>Office Theme</vt:lpstr>
      <vt:lpstr>Office Theme</vt:lpstr>
      <vt:lpstr>Office Theme</vt:lpstr>
      <vt:lpstr>PowerPoint Presentation</vt:lpstr>
      <vt:lpstr>ოპერატორები</vt:lpstr>
      <vt:lpstr>არითმეტიკული ოპერატორები</vt:lpstr>
      <vt:lpstr>ლოგიკური ოპერატორები</vt:lpstr>
      <vt:lpstr>მინიჭების ოპერატორები</vt:lpstr>
      <vt:lpstr>იდენრუტობის ოპერატორები</vt:lpstr>
      <vt:lpstr>არსებობის/წევრობის ოპერატორები</vt:lpstr>
      <vt:lpstr>შედარების ოპერატორები</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dc:description/>
  <cp:lastModifiedBy>პაატა მამფორია</cp:lastModifiedBy>
  <cp:revision>5</cp:revision>
  <dcterms:modified xsi:type="dcterms:W3CDTF">2024-09-14T16:27:31Z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0x010100D9CA5A48C1A65B418A43640AA64E1795</vt:lpwstr>
  </property>
</Properties>
</file>